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7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AD64A-47A9-4023-B83E-0A42FCF0ACC2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C803A-375B-47F3-9D76-0F697B53C5C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二级</a:t>
            </a:r>
            <a:endParaRPr/>
          </a:p>
          <a:p>
            <a:pPr lvl="2"/>
            <a:r>
              <a:rPr lang="zh-CN" altLang="en-US"/>
              <a:t>三级</a:t>
            </a:r>
            <a:endParaRPr/>
          </a:p>
          <a:p>
            <a:pPr lvl="3"/>
            <a:r>
              <a:rPr lang="zh-CN" altLang="en-US"/>
              <a:t>四级</a:t>
            </a:r>
            <a:endParaRPr/>
          </a:p>
          <a:p>
            <a:pPr lvl="4"/>
            <a:r>
              <a:rPr lang="zh-CN" altLang="en-US"/>
              <a:t>五级</a:t>
            </a:r>
            <a:endParaRPr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AD64A-47A9-4023-B83E-0A42FCF0ACC2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C803A-375B-47F3-9D76-0F697B53C5C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21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</p:txBody>
      </p:sp>
      <p:sp>
        <p:nvSpPr>
          <p:cNvPr id="2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AD64A-47A9-4023-B83E-0A42FCF0ACC2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2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C803A-375B-47F3-9D76-0F697B53C5C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27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二级</a:t>
            </a:r>
            <a:endParaRPr/>
          </a:p>
          <a:p>
            <a:pPr lvl="2"/>
            <a:r>
              <a:rPr lang="zh-CN" altLang="en-US"/>
              <a:t>三级</a:t>
            </a:r>
            <a:endParaRPr/>
          </a:p>
          <a:p>
            <a:pPr lvl="3"/>
            <a:r>
              <a:rPr lang="zh-CN" altLang="en-US"/>
              <a:t>四级</a:t>
            </a:r>
            <a:endParaRPr/>
          </a:p>
          <a:p>
            <a:pPr lvl="4"/>
            <a:r>
              <a:rPr lang="zh-CN" altLang="en-US"/>
              <a:t>五级</a:t>
            </a:r>
            <a:endParaRPr/>
          </a:p>
        </p:txBody>
      </p:sp>
      <p:sp>
        <p:nvSpPr>
          <p:cNvPr id="28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二级</a:t>
            </a:r>
            <a:endParaRPr/>
          </a:p>
          <a:p>
            <a:pPr lvl="2"/>
            <a:r>
              <a:rPr lang="zh-CN" altLang="en-US"/>
              <a:t>三级</a:t>
            </a:r>
            <a:endParaRPr/>
          </a:p>
          <a:p>
            <a:pPr lvl="3"/>
            <a:r>
              <a:rPr lang="zh-CN" altLang="en-US"/>
              <a:t>四级</a:t>
            </a:r>
            <a:endParaRPr/>
          </a:p>
          <a:p>
            <a:pPr lvl="4"/>
            <a:r>
              <a:rPr lang="zh-CN" altLang="en-US"/>
              <a:t>五级</a:t>
            </a:r>
            <a:endParaRPr/>
          </a:p>
        </p:txBody>
      </p:sp>
      <p:sp>
        <p:nvSpPr>
          <p:cNvPr id="2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AD64A-47A9-4023-B83E-0A42FCF0ACC2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3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C803A-375B-47F3-9D76-0F697B53C5C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34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</p:txBody>
      </p:sp>
      <p:sp>
        <p:nvSpPr>
          <p:cNvPr id="35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二级</a:t>
            </a:r>
            <a:endParaRPr/>
          </a:p>
          <a:p>
            <a:pPr lvl="2"/>
            <a:r>
              <a:rPr lang="zh-CN" altLang="en-US"/>
              <a:t>三级</a:t>
            </a:r>
            <a:endParaRPr/>
          </a:p>
          <a:p>
            <a:pPr lvl="3"/>
            <a:r>
              <a:rPr lang="zh-CN" altLang="en-US"/>
              <a:t>四级</a:t>
            </a:r>
            <a:endParaRPr/>
          </a:p>
          <a:p>
            <a:pPr lvl="4"/>
            <a:r>
              <a:rPr lang="zh-CN" altLang="en-US"/>
              <a:t>五级</a:t>
            </a:r>
            <a:endParaRPr/>
          </a:p>
        </p:txBody>
      </p:sp>
      <p:sp>
        <p:nvSpPr>
          <p:cNvPr id="36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</p:txBody>
      </p:sp>
      <p:sp>
        <p:nvSpPr>
          <p:cNvPr id="37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二级</a:t>
            </a:r>
            <a:endParaRPr/>
          </a:p>
          <a:p>
            <a:pPr lvl="2"/>
            <a:r>
              <a:rPr lang="zh-CN" altLang="en-US"/>
              <a:t>三级</a:t>
            </a:r>
            <a:endParaRPr/>
          </a:p>
          <a:p>
            <a:pPr lvl="3"/>
            <a:r>
              <a:rPr lang="zh-CN" altLang="en-US"/>
              <a:t>四级</a:t>
            </a:r>
            <a:endParaRPr/>
          </a:p>
          <a:p>
            <a:pPr lvl="4"/>
            <a:r>
              <a:rPr lang="zh-CN" altLang="en-US"/>
              <a:t>五级</a:t>
            </a:r>
            <a:endParaRPr/>
          </a:p>
        </p:txBody>
      </p:sp>
      <p:sp>
        <p:nvSpPr>
          <p:cNvPr id="38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AD64A-47A9-4023-B83E-0A42FCF0ACC2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39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C803A-375B-47F3-9D76-0F697B53C5C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4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AD64A-47A9-4023-B83E-0A42FCF0ACC2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4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C803A-375B-47F3-9D76-0F697B53C5C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AD64A-47A9-4023-B83E-0A42FCF0ACC2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48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C803A-375B-47F3-9D76-0F697B53C5C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52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二级</a:t>
            </a:r>
            <a:endParaRPr/>
          </a:p>
          <a:p>
            <a:pPr lvl="2"/>
            <a:r>
              <a:rPr lang="zh-CN" altLang="en-US"/>
              <a:t>三级</a:t>
            </a:r>
            <a:endParaRPr/>
          </a:p>
          <a:p>
            <a:pPr lvl="3"/>
            <a:r>
              <a:rPr lang="zh-CN" altLang="en-US"/>
              <a:t>四级</a:t>
            </a:r>
            <a:endParaRPr/>
          </a:p>
          <a:p>
            <a:pPr lvl="4"/>
            <a:r>
              <a:rPr lang="zh-CN" altLang="en-US"/>
              <a:t>五级</a:t>
            </a:r>
            <a:endParaRPr/>
          </a:p>
        </p:txBody>
      </p:sp>
      <p:sp>
        <p:nvSpPr>
          <p:cNvPr id="53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</p:txBody>
      </p:sp>
      <p:sp>
        <p:nvSpPr>
          <p:cNvPr id="54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AD64A-47A9-4023-B83E-0A42FCF0ACC2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55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6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C803A-375B-47F3-9D76-0F697B53C5C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59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60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</p:txBody>
      </p:sp>
      <p:sp>
        <p:nvSpPr>
          <p:cNvPr id="61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AD64A-47A9-4023-B83E-0A42FCF0ACC2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62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3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C803A-375B-47F3-9D76-0F697B53C5C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66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二级</a:t>
            </a:r>
            <a:endParaRPr/>
          </a:p>
          <a:p>
            <a:pPr lvl="2"/>
            <a:r>
              <a:rPr lang="zh-CN" altLang="en-US"/>
              <a:t>三级</a:t>
            </a:r>
            <a:endParaRPr/>
          </a:p>
          <a:p>
            <a:pPr lvl="3"/>
            <a:r>
              <a:rPr lang="zh-CN" altLang="en-US"/>
              <a:t>四级</a:t>
            </a:r>
            <a:endParaRPr/>
          </a:p>
          <a:p>
            <a:pPr lvl="4"/>
            <a:r>
              <a:rPr lang="zh-CN" altLang="en-US"/>
              <a:t>五级</a:t>
            </a:r>
            <a:endParaRPr/>
          </a:p>
        </p:txBody>
      </p:sp>
      <p:sp>
        <p:nvSpPr>
          <p:cNvPr id="6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AD64A-47A9-4023-B83E-0A42FCF0ACC2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6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C803A-375B-47F3-9D76-0F697B53C5C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15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二级</a:t>
            </a:r>
            <a:endParaRPr/>
          </a:p>
          <a:p>
            <a:pPr lvl="2"/>
            <a:r>
              <a:rPr lang="zh-CN" altLang="en-US"/>
              <a:t>三级</a:t>
            </a:r>
            <a:endParaRPr/>
          </a:p>
          <a:p>
            <a:pPr lvl="3"/>
            <a:r>
              <a:rPr lang="zh-CN" altLang="en-US"/>
              <a:t>四级</a:t>
            </a:r>
            <a:endParaRPr/>
          </a:p>
          <a:p>
            <a:pPr lvl="4"/>
            <a:r>
              <a:rPr lang="zh-CN" altLang="en-US"/>
              <a:t>五级</a:t>
            </a:r>
            <a:endParaRPr/>
          </a:p>
        </p:txBody>
      </p:sp>
      <p:sp>
        <p:nvSpPr>
          <p:cNvPr id="16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AD64A-47A9-4023-B83E-0A42FCF0ACC2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1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C803A-375B-47F3-9D76-0F697B53C5C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二级</a:t>
            </a:r>
            <a:endParaRPr/>
          </a:p>
          <a:p>
            <a:pPr lvl="2"/>
            <a:r>
              <a:rPr lang="zh-CN" altLang="en-US"/>
              <a:t>三级</a:t>
            </a:r>
            <a:endParaRPr/>
          </a:p>
          <a:p>
            <a:pPr lvl="3"/>
            <a:r>
              <a:rPr lang="zh-CN" altLang="en-US"/>
              <a:t>四级</a:t>
            </a:r>
            <a:endParaRPr/>
          </a:p>
          <a:p>
            <a:pPr lvl="4"/>
            <a:r>
              <a:rPr lang="zh-CN" altLang="en-US"/>
              <a:t>五级</a:t>
            </a:r>
            <a:endParaRPr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5AD64A-47A9-4023-B83E-0A42FCF0ACC2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0C803A-375B-47F3-9D76-0F697B53C5C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流程图: 准备 6"/>
          <p:cNvSpPr/>
          <p:nvPr/>
        </p:nvSpPr>
        <p:spPr>
          <a:xfrm>
            <a:off x="6566713" y="3241459"/>
            <a:ext cx="1070344" cy="786968"/>
          </a:xfrm>
          <a:prstGeom prst="flowChartPreparatio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>
                <a:solidFill>
                  <a:srgbClr val="FF0000">
                    <a:alpha val="100000"/>
                  </a:srgbClr>
                </a:solidFill>
              </a:rPr>
              <a:t>魔法祭坛</a:t>
            </a:r>
            <a:endParaRPr/>
          </a:p>
        </p:txBody>
      </p:sp>
      <p:sp>
        <p:nvSpPr>
          <p:cNvPr id="82" name="流程图: 准备 8"/>
          <p:cNvSpPr/>
          <p:nvPr/>
        </p:nvSpPr>
        <p:spPr>
          <a:xfrm>
            <a:off x="5699938" y="3634943"/>
            <a:ext cx="1070344" cy="786968"/>
          </a:xfrm>
          <a:prstGeom prst="flowChartPreparatio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83" name="流程图: 准备 9"/>
          <p:cNvSpPr/>
          <p:nvPr/>
        </p:nvSpPr>
        <p:spPr>
          <a:xfrm>
            <a:off x="5699938" y="2843652"/>
            <a:ext cx="1070344" cy="786968"/>
          </a:xfrm>
          <a:prstGeom prst="flowChartPreparation">
            <a:avLst/>
          </a:prstGeom>
          <a:solidFill>
            <a:schemeClr val="bg1">
              <a:alpha val="10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>
              <a:solidFill>
                <a:srgbClr val="FFC000">
                  <a:alpha val="100000"/>
                </a:srgbClr>
              </a:solidFill>
            </a:endParaRPr>
          </a:p>
        </p:txBody>
      </p:sp>
      <p:sp>
        <p:nvSpPr>
          <p:cNvPr id="84" name="流程图: 准备 10"/>
          <p:cNvSpPr/>
          <p:nvPr/>
        </p:nvSpPr>
        <p:spPr>
          <a:xfrm>
            <a:off x="7433488" y="2042605"/>
            <a:ext cx="1070344" cy="786968"/>
          </a:xfrm>
          <a:prstGeom prst="flowChartPreparatio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>
              <a:solidFill>
                <a:srgbClr val="FF0200">
                  <a:alpha val="100000"/>
                </a:srgbClr>
              </a:solidFill>
            </a:endParaRPr>
          </a:p>
        </p:txBody>
      </p:sp>
      <p:sp>
        <p:nvSpPr>
          <p:cNvPr id="85" name="流程图: 准备 11"/>
          <p:cNvSpPr/>
          <p:nvPr/>
        </p:nvSpPr>
        <p:spPr>
          <a:xfrm>
            <a:off x="6566713" y="2450168"/>
            <a:ext cx="1070344" cy="786968"/>
          </a:xfrm>
          <a:prstGeom prst="flowChartPreparatio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solidFill>
                <a:srgbClr val="FF0000">
                  <a:alpha val="100000"/>
                </a:srgbClr>
              </a:solidFill>
            </a:endParaRPr>
          </a:p>
        </p:txBody>
      </p:sp>
      <p:sp>
        <p:nvSpPr>
          <p:cNvPr id="86" name="流程图: 准备 12"/>
          <p:cNvSpPr/>
          <p:nvPr/>
        </p:nvSpPr>
        <p:spPr>
          <a:xfrm>
            <a:off x="6566713" y="1652228"/>
            <a:ext cx="1070344" cy="786968"/>
          </a:xfrm>
          <a:prstGeom prst="flowChartPreparation">
            <a:avLst/>
          </a:prstGeom>
          <a:solidFill>
            <a:schemeClr val="bg1">
              <a:alpha val="10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流程图: 准备 13"/>
          <p:cNvSpPr/>
          <p:nvPr/>
        </p:nvSpPr>
        <p:spPr>
          <a:xfrm>
            <a:off x="8300263" y="3241459"/>
            <a:ext cx="1070344" cy="786968"/>
          </a:xfrm>
          <a:prstGeom prst="flowChartPreparatio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>
              <a:solidFill>
                <a:srgbClr val="FFC000">
                  <a:alpha val="100000"/>
                </a:srgbClr>
              </a:solidFill>
            </a:endParaRPr>
          </a:p>
        </p:txBody>
      </p:sp>
      <p:sp>
        <p:nvSpPr>
          <p:cNvPr id="88" name="流程图: 准备 14"/>
          <p:cNvSpPr/>
          <p:nvPr/>
        </p:nvSpPr>
        <p:spPr>
          <a:xfrm>
            <a:off x="7433488" y="3634943"/>
            <a:ext cx="1070344" cy="786968"/>
          </a:xfrm>
          <a:prstGeom prst="flowChartPreparation">
            <a:avLst/>
          </a:prstGeom>
          <a:solidFill>
            <a:schemeClr val="bg1">
              <a:alpha val="10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>
              <a:solidFill>
                <a:srgbClr val="FFC000">
                  <a:alpha val="100000"/>
                </a:srgbClr>
              </a:solidFill>
            </a:endParaRPr>
          </a:p>
        </p:txBody>
      </p:sp>
      <p:sp>
        <p:nvSpPr>
          <p:cNvPr id="89" name="流程图: 准备 15"/>
          <p:cNvSpPr/>
          <p:nvPr/>
        </p:nvSpPr>
        <p:spPr>
          <a:xfrm>
            <a:off x="7433488" y="2843652"/>
            <a:ext cx="1070344" cy="786968"/>
          </a:xfrm>
          <a:prstGeom prst="flowChartPreparatio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90" name="流程图: 准备 16"/>
          <p:cNvSpPr/>
          <p:nvPr/>
        </p:nvSpPr>
        <p:spPr>
          <a:xfrm>
            <a:off x="7433488" y="4425523"/>
            <a:ext cx="1070344" cy="786968"/>
          </a:xfrm>
          <a:prstGeom prst="flowChartPreparation">
            <a:avLst/>
          </a:prstGeom>
          <a:solidFill>
            <a:schemeClr val="bg1">
              <a:alpha val="10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流程图: 准备 17"/>
          <p:cNvSpPr/>
          <p:nvPr/>
        </p:nvSpPr>
        <p:spPr>
          <a:xfrm>
            <a:off x="6566713" y="4811783"/>
            <a:ext cx="1070344" cy="786968"/>
          </a:xfrm>
          <a:prstGeom prst="flowChartPreparation">
            <a:avLst/>
          </a:prstGeom>
          <a:solidFill>
            <a:schemeClr val="bg1">
              <a:alpha val="10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流程图: 准备 19"/>
          <p:cNvSpPr/>
          <p:nvPr/>
        </p:nvSpPr>
        <p:spPr>
          <a:xfrm>
            <a:off x="5699938" y="4421911"/>
            <a:ext cx="1070344" cy="786968"/>
          </a:xfrm>
          <a:prstGeom prst="flowChartPreparatio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流程图: 准备 20"/>
          <p:cNvSpPr/>
          <p:nvPr/>
        </p:nvSpPr>
        <p:spPr>
          <a:xfrm>
            <a:off x="4833163" y="4793449"/>
            <a:ext cx="1070344" cy="786968"/>
          </a:xfrm>
          <a:prstGeom prst="flowChartPreparatio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流程图: 准备 21"/>
          <p:cNvSpPr/>
          <p:nvPr/>
        </p:nvSpPr>
        <p:spPr>
          <a:xfrm>
            <a:off x="4833163" y="4032039"/>
            <a:ext cx="1070344" cy="786968"/>
          </a:xfrm>
          <a:prstGeom prst="flowChartPreparatio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>
                <a:solidFill>
                  <a:srgbClr val="FFC000">
                    <a:alpha val="100000"/>
                  </a:srgbClr>
                </a:solidFill>
              </a:rPr>
              <a:t>动作卡！</a:t>
            </a:r>
            <a:endParaRPr sz="1800">
              <a:solidFill>
                <a:schemeClr val="lt1">
                  <a:alpha val="100000"/>
                </a:schemeClr>
              </a:solidFill>
              <a:latin typeface="等线"/>
              <a:ea typeface="等线"/>
              <a:cs typeface="+mn-cs"/>
            </a:endParaRPr>
          </a:p>
        </p:txBody>
      </p:sp>
      <p:sp>
        <p:nvSpPr>
          <p:cNvPr id="95" name="流程图: 准备 22"/>
          <p:cNvSpPr/>
          <p:nvPr/>
        </p:nvSpPr>
        <p:spPr>
          <a:xfrm>
            <a:off x="5699938" y="2045574"/>
            <a:ext cx="1070344" cy="786968"/>
          </a:xfrm>
          <a:prstGeom prst="flowChartPreparation">
            <a:avLst/>
          </a:prstGeom>
          <a:solidFill>
            <a:schemeClr val="bg1">
              <a:alpha val="10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流程图: 准备 23"/>
          <p:cNvSpPr/>
          <p:nvPr/>
        </p:nvSpPr>
        <p:spPr>
          <a:xfrm>
            <a:off x="4833163" y="2439058"/>
            <a:ext cx="1070344" cy="786968"/>
          </a:xfrm>
          <a:prstGeom prst="flowChartPreparatio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>
                <a:solidFill>
                  <a:srgbClr val="FFC000">
                    <a:alpha val="100000"/>
                  </a:srgbClr>
                </a:solidFill>
              </a:rPr>
              <a:t>动作卡！</a:t>
            </a:r>
            <a:endParaRPr sz="1800">
              <a:solidFill>
                <a:schemeClr val="lt1">
                  <a:alpha val="100000"/>
                </a:schemeClr>
              </a:solidFill>
              <a:latin typeface="等线"/>
              <a:ea typeface="等线"/>
              <a:cs typeface="+mn-cs"/>
            </a:endParaRPr>
          </a:p>
        </p:txBody>
      </p:sp>
      <p:sp>
        <p:nvSpPr>
          <p:cNvPr id="97" name="流程图: 准备 24"/>
          <p:cNvSpPr/>
          <p:nvPr/>
        </p:nvSpPr>
        <p:spPr>
          <a:xfrm>
            <a:off x="4833163" y="1633688"/>
            <a:ext cx="1070344" cy="786968"/>
          </a:xfrm>
          <a:prstGeom prst="flowChartPreparatio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流程图: 准备 25"/>
          <p:cNvSpPr/>
          <p:nvPr/>
        </p:nvSpPr>
        <p:spPr>
          <a:xfrm>
            <a:off x="4833163" y="3230349"/>
            <a:ext cx="1070344" cy="786968"/>
          </a:xfrm>
          <a:prstGeom prst="flowChartPreparatio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solidFill>
                <a:srgbClr val="FFC000">
                  <a:alpha val="100000"/>
                </a:srgbClr>
              </a:solidFill>
            </a:endParaRPr>
          </a:p>
        </p:txBody>
      </p:sp>
      <p:sp>
        <p:nvSpPr>
          <p:cNvPr id="99" name="流程图: 准备 28"/>
          <p:cNvSpPr/>
          <p:nvPr/>
        </p:nvSpPr>
        <p:spPr>
          <a:xfrm>
            <a:off x="8300263" y="4819007"/>
            <a:ext cx="1070344" cy="786968"/>
          </a:xfrm>
          <a:prstGeom prst="flowChartPreparatio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" name="流程图: 准备 30"/>
          <p:cNvSpPr/>
          <p:nvPr/>
        </p:nvSpPr>
        <p:spPr>
          <a:xfrm>
            <a:off x="8300263" y="4017317"/>
            <a:ext cx="1070344" cy="786968"/>
          </a:xfrm>
          <a:prstGeom prst="flowChartPreparatio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>
                <a:solidFill>
                  <a:srgbClr val="FFC000">
                    <a:alpha val="100000"/>
                  </a:srgbClr>
                </a:solidFill>
              </a:rPr>
              <a:t>动作卡！</a:t>
            </a:r>
            <a:endParaRPr sz="1800">
              <a:solidFill>
                <a:schemeClr val="lt1">
                  <a:alpha val="100000"/>
                </a:schemeClr>
              </a:solidFill>
              <a:latin typeface="等线"/>
              <a:ea typeface="等线"/>
              <a:cs typeface="+mn-cs"/>
            </a:endParaRPr>
          </a:p>
        </p:txBody>
      </p:sp>
      <p:sp>
        <p:nvSpPr>
          <p:cNvPr id="101" name="流程图: 准备 34"/>
          <p:cNvSpPr/>
          <p:nvPr/>
        </p:nvSpPr>
        <p:spPr>
          <a:xfrm>
            <a:off x="8300263" y="2439058"/>
            <a:ext cx="1070344" cy="786968"/>
          </a:xfrm>
          <a:prstGeom prst="flowChartPreparatio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>
                <a:solidFill>
                  <a:srgbClr val="FFC000">
                    <a:alpha val="100000"/>
                  </a:srgbClr>
                </a:solidFill>
              </a:rPr>
              <a:t>动作卡！</a:t>
            </a:r>
            <a:endParaRPr sz="1800">
              <a:solidFill>
                <a:schemeClr val="lt1">
                  <a:alpha val="100000"/>
                </a:schemeClr>
              </a:solidFill>
              <a:latin typeface="等线"/>
              <a:ea typeface="等线"/>
              <a:cs typeface="+mn-cs"/>
            </a:endParaRPr>
          </a:p>
        </p:txBody>
      </p:sp>
      <p:sp>
        <p:nvSpPr>
          <p:cNvPr id="102" name="流程图: 准备 35"/>
          <p:cNvSpPr/>
          <p:nvPr/>
        </p:nvSpPr>
        <p:spPr>
          <a:xfrm>
            <a:off x="8300263" y="1649121"/>
            <a:ext cx="1070344" cy="786968"/>
          </a:xfrm>
          <a:prstGeom prst="flowChartPreparatio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" name="流程图: 准备 36"/>
          <p:cNvSpPr/>
          <p:nvPr/>
        </p:nvSpPr>
        <p:spPr>
          <a:xfrm>
            <a:off x="7433488" y="1248345"/>
            <a:ext cx="1070344" cy="786968"/>
          </a:xfrm>
          <a:prstGeom prst="flowChartPreparatio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>
              <a:solidFill>
                <a:srgbClr val="FF0200">
                  <a:alpha val="100000"/>
                </a:srgbClr>
              </a:solidFill>
            </a:endParaRPr>
          </a:p>
        </p:txBody>
      </p:sp>
      <p:sp>
        <p:nvSpPr>
          <p:cNvPr id="104" name="流程图: 准备 38"/>
          <p:cNvSpPr/>
          <p:nvPr/>
        </p:nvSpPr>
        <p:spPr>
          <a:xfrm>
            <a:off x="5699938" y="1251314"/>
            <a:ext cx="1070344" cy="786968"/>
          </a:xfrm>
          <a:prstGeom prst="flowChartPreparatio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>
              <a:solidFill>
                <a:srgbClr val="FF0200">
                  <a:alpha val="100000"/>
                </a:srgbClr>
              </a:solidFill>
            </a:endParaRPr>
          </a:p>
        </p:txBody>
      </p:sp>
      <p:sp>
        <p:nvSpPr>
          <p:cNvPr id="105" name="流程图: 准备 12"/>
          <p:cNvSpPr/>
          <p:nvPr/>
        </p:nvSpPr>
        <p:spPr>
          <a:xfrm>
            <a:off x="6566713" y="893855"/>
            <a:ext cx="1070344" cy="786968"/>
          </a:xfrm>
          <a:prstGeom prst="flowChartPreparation">
            <a:avLst/>
          </a:prstGeom>
          <a:solidFill>
            <a:schemeClr val="bg1">
              <a:alpha val="10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>
                <a:solidFill>
                  <a:srgbClr val="FF0200">
                    <a:alpha val="100000"/>
                  </a:srgbClr>
                </a:solidFill>
              </a:rPr>
              <a:t>出生点</a:t>
            </a:r>
            <a:endParaRPr sz="1800">
              <a:solidFill>
                <a:schemeClr val="lt1">
                  <a:alpha val="100000"/>
                </a:schemeClr>
              </a:solidFill>
              <a:latin typeface="等线"/>
              <a:ea typeface="等线"/>
              <a:cs typeface="+mn-cs"/>
            </a:endParaRPr>
          </a:p>
        </p:txBody>
      </p:sp>
      <p:sp>
        <p:nvSpPr>
          <p:cNvPr id="106" name="流程图: 准备 24"/>
          <p:cNvSpPr/>
          <p:nvPr/>
        </p:nvSpPr>
        <p:spPr>
          <a:xfrm>
            <a:off x="4833163" y="875315"/>
            <a:ext cx="1070344" cy="786968"/>
          </a:xfrm>
          <a:prstGeom prst="flowChartPreparatio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" name="流程图: 准备 35"/>
          <p:cNvSpPr/>
          <p:nvPr/>
        </p:nvSpPr>
        <p:spPr>
          <a:xfrm>
            <a:off x="8300263" y="890748"/>
            <a:ext cx="1070344" cy="786968"/>
          </a:xfrm>
          <a:prstGeom prst="flowChartPreparatio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" name="流程图: 准备 36"/>
          <p:cNvSpPr/>
          <p:nvPr/>
        </p:nvSpPr>
        <p:spPr>
          <a:xfrm>
            <a:off x="7433488" y="500371"/>
            <a:ext cx="1070344" cy="786968"/>
          </a:xfrm>
          <a:prstGeom prst="flowChartPreparatio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>
                <a:solidFill>
                  <a:srgbClr val="FF0200">
                    <a:alpha val="100000"/>
                  </a:srgbClr>
                </a:solidFill>
              </a:rPr>
              <a:t>出生点</a:t>
            </a:r>
            <a:endParaRPr/>
          </a:p>
        </p:txBody>
      </p:sp>
      <p:sp>
        <p:nvSpPr>
          <p:cNvPr id="109" name="流程图: 准备 38"/>
          <p:cNvSpPr/>
          <p:nvPr/>
        </p:nvSpPr>
        <p:spPr>
          <a:xfrm>
            <a:off x="5699938" y="500371"/>
            <a:ext cx="1070344" cy="786968"/>
          </a:xfrm>
          <a:prstGeom prst="flowChartPreparatio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>
                <a:solidFill>
                  <a:srgbClr val="FF0200">
                    <a:alpha val="100000"/>
                  </a:srgbClr>
                </a:solidFill>
              </a:rPr>
              <a:t>出生点</a:t>
            </a:r>
            <a:endParaRPr/>
          </a:p>
        </p:txBody>
      </p:sp>
      <p:sp>
        <p:nvSpPr>
          <p:cNvPr id="110" name="流程图: 准备 12"/>
          <p:cNvSpPr/>
          <p:nvPr/>
        </p:nvSpPr>
        <p:spPr>
          <a:xfrm>
            <a:off x="6566713" y="5616374"/>
            <a:ext cx="1070344" cy="786968"/>
          </a:xfrm>
          <a:prstGeom prst="flowChartPreparation">
            <a:avLst/>
          </a:prstGeom>
          <a:solidFill>
            <a:schemeClr val="bg1">
              <a:alpha val="10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>
                <a:solidFill>
                  <a:srgbClr val="FF0200">
                    <a:alpha val="100000"/>
                  </a:srgbClr>
                </a:solidFill>
              </a:rPr>
              <a:t>出生点</a:t>
            </a:r>
            <a:endParaRPr sz="1800">
              <a:solidFill>
                <a:schemeClr val="lt1">
                  <a:alpha val="100000"/>
                </a:schemeClr>
              </a:solidFill>
              <a:latin typeface="等线"/>
              <a:ea typeface="等线"/>
              <a:cs typeface="+mn-cs"/>
            </a:endParaRPr>
          </a:p>
        </p:txBody>
      </p:sp>
      <p:sp>
        <p:nvSpPr>
          <p:cNvPr id="111" name="流程图: 准备 24"/>
          <p:cNvSpPr/>
          <p:nvPr/>
        </p:nvSpPr>
        <p:spPr>
          <a:xfrm>
            <a:off x="4833163" y="5597834"/>
            <a:ext cx="1070344" cy="786968"/>
          </a:xfrm>
          <a:prstGeom prst="flowChartPreparatio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" name="流程图: 准备 35"/>
          <p:cNvSpPr/>
          <p:nvPr/>
        </p:nvSpPr>
        <p:spPr>
          <a:xfrm>
            <a:off x="8300263" y="5613267"/>
            <a:ext cx="1070344" cy="786968"/>
          </a:xfrm>
          <a:prstGeom prst="flowChartPreparatio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" name="流程图: 准备 36"/>
          <p:cNvSpPr/>
          <p:nvPr/>
        </p:nvSpPr>
        <p:spPr>
          <a:xfrm>
            <a:off x="7433488" y="6005267"/>
            <a:ext cx="1070344" cy="786968"/>
          </a:xfrm>
          <a:prstGeom prst="flowChartPreparatio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>
                <a:solidFill>
                  <a:srgbClr val="FF0200">
                    <a:alpha val="100000"/>
                  </a:srgbClr>
                </a:solidFill>
              </a:rPr>
              <a:t>出生点</a:t>
            </a:r>
            <a:endParaRPr sz="1800">
              <a:solidFill>
                <a:schemeClr val="lt1">
                  <a:alpha val="100000"/>
                </a:schemeClr>
              </a:solidFill>
              <a:latin typeface="等线"/>
              <a:ea typeface="等线"/>
              <a:cs typeface="+mn-cs"/>
            </a:endParaRPr>
          </a:p>
        </p:txBody>
      </p:sp>
      <p:sp>
        <p:nvSpPr>
          <p:cNvPr id="114" name="流程图: 准备 38"/>
          <p:cNvSpPr/>
          <p:nvPr/>
        </p:nvSpPr>
        <p:spPr>
          <a:xfrm>
            <a:off x="5699938" y="6008235"/>
            <a:ext cx="1070344" cy="786968"/>
          </a:xfrm>
          <a:prstGeom prst="flowChartPreparatio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>
                <a:solidFill>
                  <a:srgbClr val="FF0200">
                    <a:alpha val="100000"/>
                  </a:srgbClr>
                </a:solidFill>
              </a:rPr>
              <a:t>出生点</a:t>
            </a:r>
            <a:endParaRPr sz="1800">
              <a:solidFill>
                <a:schemeClr val="lt1">
                  <a:alpha val="100000"/>
                </a:schemeClr>
              </a:solidFill>
              <a:latin typeface="等线"/>
              <a:ea typeface="等线"/>
              <a:cs typeface="+mn-cs"/>
            </a:endParaRPr>
          </a:p>
        </p:txBody>
      </p:sp>
      <p:sp>
        <p:nvSpPr>
          <p:cNvPr id="115" name="文本框 114"/>
          <p:cNvSpPr txBox="1"/>
          <p:nvPr/>
        </p:nvSpPr>
        <p:spPr>
          <a:xfrm>
            <a:off x="0" y="62857"/>
            <a:ext cx="3060700" cy="393065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lstStyle/>
          <a:p>
            <a:r>
              <a:rPr lang="zh-CN">
                <a:solidFill>
                  <a:schemeClr val="tx1">
                    <a:alpha val="100000"/>
                  </a:schemeClr>
                </a:solidFill>
              </a:rPr>
              <a:t>动作卡！：获得随机强力卡牌</a:t>
            </a:r>
            <a:endParaRPr/>
          </a:p>
          <a:p>
            <a:r>
              <a:rPr lang="en-US">
                <a:solidFill>
                  <a:schemeClr val="tx1">
                    <a:alpha val="100000"/>
                  </a:schemeClr>
                </a:solidFill>
              </a:rPr>
              <a:t>1.cost0</a:t>
            </a:r>
            <a:r>
              <a:rPr lang="zh-CN">
                <a:solidFill>
                  <a:schemeClr val="tx1">
                    <a:alpha val="100000"/>
                  </a:schemeClr>
                </a:solidFill>
              </a:rPr>
              <a:t>：快速行动，一个己方移动</a:t>
            </a:r>
            <a:r>
              <a:rPr lang="en-US">
                <a:solidFill>
                  <a:schemeClr val="tx1">
                    <a:alpha val="100000"/>
                  </a:schemeClr>
                </a:solidFill>
              </a:rPr>
              <a:t>1</a:t>
            </a:r>
            <a:r>
              <a:rPr lang="zh-CN">
                <a:solidFill>
                  <a:schemeClr val="tx1">
                    <a:alpha val="100000"/>
                  </a:schemeClr>
                </a:solidFill>
              </a:rPr>
              <a:t>格</a:t>
            </a:r>
            <a:endParaRPr/>
          </a:p>
          <a:p>
            <a:r>
              <a:rPr lang="en-US">
                <a:solidFill>
                  <a:schemeClr val="tx1">
                    <a:alpha val="100000"/>
                  </a:schemeClr>
                </a:solidFill>
              </a:rPr>
              <a:t>2.cost0</a:t>
            </a:r>
            <a:r>
              <a:rPr lang="zh-CN">
                <a:solidFill>
                  <a:schemeClr val="tx1">
                    <a:alpha val="100000"/>
                  </a:schemeClr>
                </a:solidFill>
              </a:rPr>
              <a:t>：快速行动，抽</a:t>
            </a:r>
            <a:r>
              <a:rPr lang="en-US">
                <a:solidFill>
                  <a:schemeClr val="tx1">
                    <a:alpha val="100000"/>
                  </a:schemeClr>
                </a:solidFill>
              </a:rPr>
              <a:t>1</a:t>
            </a:r>
            <a:endParaRPr/>
          </a:p>
          <a:p>
            <a:r>
              <a:rPr lang="en-US">
                <a:solidFill>
                  <a:schemeClr val="tx1">
                    <a:alpha val="100000"/>
                  </a:schemeClr>
                </a:solidFill>
              </a:rPr>
              <a:t>3.cost0</a:t>
            </a:r>
            <a:r>
              <a:rPr lang="zh-CN">
                <a:solidFill>
                  <a:schemeClr val="tx1">
                    <a:alpha val="100000"/>
                  </a:schemeClr>
                </a:solidFill>
              </a:rPr>
              <a:t>：我方角色受到伤害时可以</a:t>
            </a:r>
            <a:r>
              <a:rPr lang="en-US">
                <a:solidFill>
                  <a:schemeClr val="tx1">
                    <a:alpha val="100000"/>
                  </a:schemeClr>
                </a:solidFill>
              </a:rPr>
              <a:t>-2</a:t>
            </a:r>
            <a:endParaRPr/>
          </a:p>
          <a:p>
            <a:r>
              <a:rPr lang="en-US">
                <a:solidFill>
                  <a:schemeClr val="tx1">
                    <a:alpha val="100000"/>
                  </a:schemeClr>
                </a:solidFill>
              </a:rPr>
              <a:t>4.cost0</a:t>
            </a:r>
            <a:r>
              <a:rPr lang="zh-CN">
                <a:solidFill>
                  <a:schemeClr val="tx1">
                    <a:alpha val="100000"/>
                  </a:schemeClr>
                </a:solidFill>
              </a:rPr>
              <a:t>：快速行动，回复</a:t>
            </a:r>
            <a:r>
              <a:rPr lang="en-US">
                <a:solidFill>
                  <a:schemeClr val="tx1">
                    <a:alpha val="100000"/>
                  </a:schemeClr>
                </a:solidFill>
              </a:rPr>
              <a:t>1</a:t>
            </a:r>
            <a:r>
              <a:rPr lang="zh-CN">
                <a:solidFill>
                  <a:schemeClr val="tx1">
                    <a:alpha val="100000"/>
                  </a:schemeClr>
                </a:solidFill>
              </a:rPr>
              <a:t>法力值</a:t>
            </a:r>
            <a:endParaRPr/>
          </a:p>
          <a:p>
            <a:r>
              <a:rPr lang="en-US">
                <a:solidFill>
                  <a:schemeClr val="tx1">
                    <a:alpha val="100000"/>
                  </a:schemeClr>
                </a:solidFill>
              </a:rPr>
              <a:t>5.cost1</a:t>
            </a:r>
            <a:r>
              <a:rPr lang="zh-CN">
                <a:solidFill>
                  <a:schemeClr val="tx1">
                    <a:alpha val="100000"/>
                  </a:schemeClr>
                </a:solidFill>
              </a:rPr>
              <a:t>法力：自己的</a:t>
            </a:r>
            <a:r>
              <a:rPr lang="en-US">
                <a:solidFill>
                  <a:schemeClr val="tx1">
                    <a:alpha val="100000"/>
                  </a:schemeClr>
                </a:solidFill>
              </a:rPr>
              <a:t>2</a:t>
            </a:r>
            <a:r>
              <a:rPr lang="zh-CN">
                <a:solidFill>
                  <a:schemeClr val="tx1">
                    <a:alpha val="100000"/>
                  </a:schemeClr>
                </a:solidFill>
              </a:rPr>
              <a:t>个角色交换位置</a:t>
            </a:r>
            <a:endParaRPr/>
          </a:p>
          <a:p>
            <a:r>
              <a:rPr lang="en-US">
                <a:solidFill>
                  <a:schemeClr val="tx1">
                    <a:alpha val="100000"/>
                  </a:schemeClr>
                </a:solidFill>
              </a:rPr>
              <a:t>6.cost5</a:t>
            </a:r>
            <a:r>
              <a:rPr lang="zh-CN">
                <a:solidFill>
                  <a:schemeClr val="tx1">
                    <a:alpha val="100000"/>
                  </a:schemeClr>
                </a:solidFill>
              </a:rPr>
              <a:t>法力：获得</a:t>
            </a:r>
            <a:r>
              <a:rPr lang="en-US">
                <a:solidFill>
                  <a:schemeClr val="tx1">
                    <a:alpha val="100000"/>
                  </a:schemeClr>
                </a:solidFill>
              </a:rPr>
              <a:t>2</a:t>
            </a:r>
            <a:r>
              <a:rPr lang="zh-CN">
                <a:solidFill>
                  <a:schemeClr val="tx1">
                    <a:alpha val="100000"/>
                  </a:schemeClr>
                </a:solidFill>
              </a:rPr>
              <a:t>分</a:t>
            </a:r>
            <a:endParaRPr/>
          </a:p>
          <a:p>
            <a:r>
              <a:rPr lang="en-US">
                <a:solidFill>
                  <a:schemeClr val="tx1">
                    <a:alpha val="100000"/>
                  </a:schemeClr>
                </a:solidFill>
              </a:rPr>
              <a:t>7.cost1</a:t>
            </a:r>
            <a:r>
              <a:rPr lang="zh-CN">
                <a:solidFill>
                  <a:schemeClr val="tx1">
                    <a:alpha val="100000"/>
                  </a:schemeClr>
                </a:solidFill>
              </a:rPr>
              <a:t>法力值：自己角色行动完毕后可以立刻发动，此角色可以再次行动</a:t>
            </a:r>
            <a:endParaRPr/>
          </a:p>
        </p:txBody>
      </p:sp>
      <p:sp>
        <p:nvSpPr>
          <p:cNvPr id="116" name="文本框 115"/>
          <p:cNvSpPr txBox="1"/>
          <p:nvPr/>
        </p:nvSpPr>
        <p:spPr>
          <a:xfrm>
            <a:off x="0" y="4740929"/>
            <a:ext cx="2604620" cy="64135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lstStyle/>
          <a:p>
            <a:r>
              <a:rPr lang="zh-CN"/>
              <a:t>魔法祭坛：可以进行一次祈祷，获得</a:t>
            </a:r>
            <a:r>
              <a:rPr lang="en-US"/>
              <a:t>1</a:t>
            </a:r>
            <a:r>
              <a:rPr lang="zh-CN"/>
              <a:t>分</a:t>
            </a:r>
            <a:endParaRPr/>
          </a:p>
        </p:txBody>
      </p:sp>
      <p:sp>
        <p:nvSpPr>
          <p:cNvPr id="117" name="流程图: 准备 36"/>
          <p:cNvSpPr/>
          <p:nvPr/>
        </p:nvSpPr>
        <p:spPr>
          <a:xfrm>
            <a:off x="7433488" y="5208879"/>
            <a:ext cx="1070344" cy="786968"/>
          </a:xfrm>
          <a:prstGeom prst="flowChartPreparatio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>
              <a:solidFill>
                <a:srgbClr val="FF0200">
                  <a:alpha val="100000"/>
                </a:srgbClr>
              </a:solidFill>
            </a:endParaRPr>
          </a:p>
        </p:txBody>
      </p:sp>
      <p:sp>
        <p:nvSpPr>
          <p:cNvPr id="118" name="流程图: 准备 38"/>
          <p:cNvSpPr/>
          <p:nvPr/>
        </p:nvSpPr>
        <p:spPr>
          <a:xfrm>
            <a:off x="5699938" y="5211847"/>
            <a:ext cx="1070344" cy="786968"/>
          </a:xfrm>
          <a:prstGeom prst="flowChartPreparatio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>
              <a:solidFill>
                <a:srgbClr val="FF0200">
                  <a:alpha val="100000"/>
                </a:srgb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132</Words>
  <Application>Microsoft Office PowerPoint</Application>
  <PresentationFormat>宽屏</PresentationFormat>
  <Paragraphs>20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昱鹏 李</cp:lastModifiedBy>
  <cp:revision>2</cp:revision>
  <dcterms:created xsi:type="dcterms:W3CDTF">2025-11-29T20:49:51Z</dcterms:created>
  <dcterms:modified xsi:type="dcterms:W3CDTF">2025-11-29T12:56:49Z</dcterms:modified>
</cp:coreProperties>
</file>