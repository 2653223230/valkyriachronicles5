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54095281734292" /><Relationship Type="http://schemas.openxmlformats.org/officeDocument/2006/relationships/extended-properties" Target="/docProps/app.xml" Id="R8600cef2b94c494a" /><Relationship Type="http://schemas.openxmlformats.org/officeDocument/2006/relationships/officeDocument" Target="/ppt/presentation.xml" Id="R914dac5a3cd147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1d740048d64ef9"/>
  </p:sldMasterIdLst>
  <p:notesMasterIdLst>
    <p:notesMasterId xmlns:r="http://schemas.openxmlformats.org/officeDocument/2006/relationships" r:id="Rff24bb0671324145"/>
  </p:notesMasterIdLst>
  <p:sldIdLst>
    <p:sldId xmlns:r="http://schemas.openxmlformats.org/officeDocument/2006/relationships" id="256" r:id="R076ba64fb1d24492"/>
    <p:sldId xmlns:r="http://schemas.openxmlformats.org/officeDocument/2006/relationships" id="257" r:id="R8c1d50b4e4844f20"/>
    <p:sldId xmlns:r="http://schemas.openxmlformats.org/officeDocument/2006/relationships" id="258" r:id="R981a02d97b844763"/>
    <p:sldId xmlns:r="http://schemas.openxmlformats.org/officeDocument/2006/relationships" id="259" r:id="Rcd2c2769c7534fc3"/>
    <p:sldId xmlns:r="http://schemas.openxmlformats.org/officeDocument/2006/relationships" id="260" r:id="R6af9b28a9a8a4db6"/>
    <p:sldId xmlns:r="http://schemas.openxmlformats.org/officeDocument/2006/relationships" id="261" r:id="Re4b81b005b9941d3"/>
    <p:sldId xmlns:r="http://schemas.openxmlformats.org/officeDocument/2006/relationships" id="262" r:id="Rc34dcb195ff44f3b"/>
    <p:sldId xmlns:r="http://schemas.openxmlformats.org/officeDocument/2006/relationships" id="263" r:id="R632ef54caa254f5e"/>
    <p:sldId xmlns:r="http://schemas.openxmlformats.org/officeDocument/2006/relationships" id="264" r:id="Rb112b788d326498f"/>
    <p:sldId xmlns:r="http://schemas.openxmlformats.org/officeDocument/2006/relationships" id="265" r:id="Rb61ed92929e745ba"/>
    <p:sldId xmlns:r="http://schemas.openxmlformats.org/officeDocument/2006/relationships" id="266" r:id="R36d5c52ae2c04e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dcf05f8be45f9" /><Relationship Type="http://schemas.openxmlformats.org/officeDocument/2006/relationships/slideMaster" Target="/ppt/slideMasters/slideMaster1.xml" Id="R721d740048d64ef9" /><Relationship Type="http://schemas.openxmlformats.org/officeDocument/2006/relationships/notesMaster" Target="/ppt/notesMasters/notesMaster1.xml" Id="Rff24bb0671324145" /><Relationship Type="http://schemas.openxmlformats.org/officeDocument/2006/relationships/presProps" Target="/ppt/presProps.xml" Id="Rb81d0422fe3b4fa7" /><Relationship Type="http://schemas.openxmlformats.org/officeDocument/2006/relationships/tableStyles" Target="/ppt/tableStyles.xml" Id="Rdda1ea362e814a1a" /><Relationship Type="http://schemas.openxmlformats.org/officeDocument/2006/relationships/slide" Target="/ppt/slides/slide1.xml" Id="R076ba64fb1d24492" /><Relationship Type="http://schemas.openxmlformats.org/officeDocument/2006/relationships/slide" Target="/ppt/slides/slide2.xml" Id="R8c1d50b4e4844f20" /><Relationship Type="http://schemas.openxmlformats.org/officeDocument/2006/relationships/slide" Target="/ppt/slides/slide3.xml" Id="R981a02d97b844763" /><Relationship Type="http://schemas.openxmlformats.org/officeDocument/2006/relationships/slide" Target="/ppt/slides/slide4.xml" Id="Rcd2c2769c7534fc3" /><Relationship Type="http://schemas.openxmlformats.org/officeDocument/2006/relationships/slide" Target="/ppt/slides/slide5.xml" Id="R6af9b28a9a8a4db6" /><Relationship Type="http://schemas.openxmlformats.org/officeDocument/2006/relationships/slide" Target="/ppt/slides/slide6.xml" Id="Re4b81b005b9941d3" /><Relationship Type="http://schemas.openxmlformats.org/officeDocument/2006/relationships/slide" Target="/ppt/slides/slide7.xml" Id="Rc34dcb195ff44f3b" /><Relationship Type="http://schemas.openxmlformats.org/officeDocument/2006/relationships/slide" Target="/ppt/slides/slide8.xml" Id="R632ef54caa254f5e" /><Relationship Type="http://schemas.openxmlformats.org/officeDocument/2006/relationships/slide" Target="/ppt/slides/slide9.xml" Id="Rb112b788d326498f" /><Relationship Type="http://schemas.openxmlformats.org/officeDocument/2006/relationships/slide" Target="/ppt/slides/slide10.xml" Id="Rb61ed92929e745ba" /><Relationship Type="http://schemas.openxmlformats.org/officeDocument/2006/relationships/slide" Target="/ppt/slides/slide11.xml" Id="R36d5c52ae2c04e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e1934ce5da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83a18109674440" /><Relationship Type="http://schemas.openxmlformats.org/officeDocument/2006/relationships/notesMaster" Target="/ppt/notesMasters/notesMaster1.xml" Id="R6a59bf446d35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09a4447a12435d" /><Relationship Type="http://schemas.openxmlformats.org/officeDocument/2006/relationships/notesMaster" Target="/ppt/notesMasters/notesMaster1.xml" Id="R7a87023d510341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69777f0284853" /><Relationship Type="http://schemas.openxmlformats.org/officeDocument/2006/relationships/notesMaster" Target="/ppt/notesMasters/notesMaster1.xml" Id="R5dac5ffde31b40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fb36a036274d1b" /><Relationship Type="http://schemas.openxmlformats.org/officeDocument/2006/relationships/notesMaster" Target="/ppt/notesMasters/notesMaster1.xml" Id="R38867decd7b5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7c07f73fef4903" /><Relationship Type="http://schemas.openxmlformats.org/officeDocument/2006/relationships/notesMaster" Target="/ppt/notesMasters/notesMaster1.xml" Id="Ref94bced152144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84254755984fd0" /><Relationship Type="http://schemas.openxmlformats.org/officeDocument/2006/relationships/notesMaster" Target="/ppt/notesMasters/notesMaster1.xml" Id="Rf7bf0905ece04a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412c5d9b554f3d" /><Relationship Type="http://schemas.openxmlformats.org/officeDocument/2006/relationships/notesMaster" Target="/ppt/notesMasters/notesMaster1.xml" Id="Rf405301a758746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06d4c62e51464b" /><Relationship Type="http://schemas.openxmlformats.org/officeDocument/2006/relationships/notesMaster" Target="/ppt/notesMasters/notesMaster1.xml" Id="R462a03d7d78b40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d9298f84f5490c" /><Relationship Type="http://schemas.openxmlformats.org/officeDocument/2006/relationships/notesMaster" Target="/ppt/notesMasters/notesMaster1.xml" Id="R60a1d47a346049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74cb5019ea4da8" /><Relationship Type="http://schemas.openxmlformats.org/officeDocument/2006/relationships/notesMaster" Target="/ppt/notesMasters/notesMaster1.xml" Id="R74e9c6cdbbb241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82a471e5a24a61" /><Relationship Type="http://schemas.openxmlformats.org/officeDocument/2006/relationships/notesMaster" Target="/ppt/notesMasters/notesMaster1.xml" Id="R673de72a1644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内容来源：Docs/VC5_卡组引擎与棋子设计灵感_20261004.md，第1–2节。玩法概念，尚未实现。图示为简化操作场景，不代表正式UI或已验证平衡。现有美术来自本工程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内容来源：Docs/VC5_卡组引擎与棋子设计灵感_20261004.md，第1–3、8节。玩法概念，尚未实现。图示为简化操作场景，不代表正式UI或已验证平衡。现有美术来自本工程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三人乐章当回合结束清空，支援网络要求三人按距离2连通；终端全队本场二选一一次。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合奏牌的伤害使用执行者基础射程并需要视线。0AP同名牌全队每回合一次。护盾不叠加，持续至下次己方回合。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内容来源：Docs/VC5_卡组引擎与棋子设计灵感_20261004.md，第4节。玩法概念，尚未实现。图示为简化操作场景，不代表正式UI或已验证平衡。现有美术来自本工程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筛选剩余牌放牌库底；终端全队本场二选一一次；司书倒下后书库失效。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只有实际打出战斗牌才新增已使用记录；弃牌不是使用。0AP同名牌全队每回合一次。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内容来源：Docs/VC5_卡组引擎与棋子设计灵感_20261004.md，第5节。玩法概念，尚未实现。图示为简化操作场景，不代表正式UI或已验证平衡。现有美术来自本工程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终端全队本场二选一一次；找零件与新形态技能共享每回合一次额度。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部署默认距离2且可见，每格1件，构件可与友军共格。0AP同名牌全队每回合一次。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内容来源：Docs/VC5_卡组引擎与棋子设计灵感_20261004.md，第6节。玩法概念，尚未实现。图示为简化操作场景，不代表正式UI或已验证平衡。现有美术来自本工程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55dcc1bbc41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7cdfb6237b4156" /><Relationship Type="http://schemas.openxmlformats.org/officeDocument/2006/relationships/slideLayout" Target="/ppt/slideLayouts/slideLayout1.xml" Id="R1cbb682c03ef4a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bb682c03ef4a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77e349abf428c" /><Relationship Type="http://schemas.openxmlformats.org/officeDocument/2006/relationships/image" Target="/ppt/media/image.png" Id="R5e829e8b18f1434b" /><Relationship Type="http://schemas.openxmlformats.org/officeDocument/2006/relationships/notesSlide" Target="/ppt/notesSlides/notesSlide1.xml" Id="R8d7dc99d47b0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86e47b6644f11" /><Relationship Type="http://schemas.openxmlformats.org/officeDocument/2006/relationships/notesSlide" Target="/ppt/notesSlides/notesSlide2.xml" Id="R9154fe3b8ce047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6e2f14e2f4fcd" /><Relationship Type="http://schemas.openxmlformats.org/officeDocument/2006/relationships/image" Target="/ppt/media/image2.png" Id="R5207916b9fbe469d" /><Relationship Type="http://schemas.openxmlformats.org/officeDocument/2006/relationships/notesSlide" Target="/ppt/notesSlides/notesSlide3.xml" Id="R2537570a7d73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15af583c54863" /><Relationship Type="http://schemas.openxmlformats.org/officeDocument/2006/relationships/notesSlide" Target="/ppt/notesSlides/notesSlide4.xml" Id="R834b0c178a264c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7ccdbb875402d" /><Relationship Type="http://schemas.openxmlformats.org/officeDocument/2006/relationships/notesSlide" Target="/ppt/notesSlides/notesSlide5.xml" Id="R063c979c794444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4e4c504574fa2" /><Relationship Type="http://schemas.openxmlformats.org/officeDocument/2006/relationships/image" Target="/ppt/media/image3.png" Id="R04905a7458c844d8" /><Relationship Type="http://schemas.openxmlformats.org/officeDocument/2006/relationships/notesSlide" Target="/ppt/notesSlides/notesSlide6.xml" Id="R9d8d9a9dfeb143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2d523dc7b42d6" /><Relationship Type="http://schemas.openxmlformats.org/officeDocument/2006/relationships/notesSlide" Target="/ppt/notesSlides/notesSlide7.xml" Id="Rb30bd7dfe16c43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0ccbf68d644cf" /><Relationship Type="http://schemas.openxmlformats.org/officeDocument/2006/relationships/notesSlide" Target="/ppt/notesSlides/notesSlide8.xml" Id="R38f1ce2efa6344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5d51ef7e4e79" /><Relationship Type="http://schemas.openxmlformats.org/officeDocument/2006/relationships/image" Target="/ppt/media/image4.png" Id="Rf93862f9e60e4f19" /><Relationship Type="http://schemas.openxmlformats.org/officeDocument/2006/relationships/notesSlide" Target="/ppt/notesSlides/notesSlide9.xml" Id="Rbe7d547d515d4c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c32ebf11a4cd1" /><Relationship Type="http://schemas.openxmlformats.org/officeDocument/2006/relationships/notesSlide" Target="/ppt/notesSlides/notesSlide10.xml" Id="R11e15756956c44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88dce3db64ec4" /><Relationship Type="http://schemas.openxmlformats.org/officeDocument/2006/relationships/notesSlide" Target="/ppt/notesSlides/notesSlide11.xml" Id="R9c9aa27e376f49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CD461-80F9-4E4A-854E-1CEE9CA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29e8b18f1434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12A52-6353-4AA9-8307-231A6C6F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9082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VC5 卡牌战棋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D98DF-9D1D-4CCB-A9D4-84C71E29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95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用三名棋子，运转一整副卡组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F325A-D945-43A8-AE28-27EE4543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34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玩家玩法概念介绍</a:t>
            </a:r>
          </a:p>
        </p:txBody>
      </p:sp>
    </p:spTree>
    <p:extLst>
      <p:ext uri="{BB962C8B-B14F-4D97-AF65-F5344CB8AC3E}">
        <p14:creationId xmlns:p14="http://schemas.microsoft.com/office/powerpoint/2010/main" val="489463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A586A2-2FA4-4700-A1A9-1EA6ADBF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出牌顺序与站位，共同决定你的展开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5776F-A5E1-42B3-B2DE-0FB3C943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79F28-5857-490F-A48B-FE74943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你想做成什么？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86162-9053-4AC5-88B8-2E2782EA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先决定爆发、循环或拼装的目标，</a:t>
            </a:r>
          </a:p>
          <a:p xmlns:a="http://schemas.openxmlformats.org/drawingml/2006/main">
            <a:pPr algn="l">
              <a:def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再用棋子技能找到缺少的组件。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6C39F-6A92-467B-9513-B33353E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战场会改变你的计划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7F2B-F357-430E-B11E-68FE90B3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前排接敌，后排寻找射线。</a:t>
            </a:r>
          </a:p>
          <a:p xmlns:a="http://schemas.openxmlformats.org/drawingml/2006/main">
            <a:pPr algn="l">
              <a:def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留好行动点，保护下一张关键牌。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13B9E-841C-4D0E-8E94-11DD93B3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1377D-5491-4508-AA0D-B5AC9EB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0A4DE-E02B-4CC4-86A5-EC871B63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BEE43-BB1E-41CE-ADE4-143F9362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A3E8D-D2BF-48B6-AE28-0E2C7BF4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A6C5F-CF9E-4DB0-805E-88DB338A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530C7-BE05-4DD2-ADE8-C82B47EB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2F80F-46E5-4282-B54A-E65CE692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54CD0-F573-49B1-AA00-FF328F70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6D3B7-CC09-4D8F-918B-BC5414E7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358E2-BE1E-44B3-B7E1-EBA808FC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A7BE5-A2A8-418F-98C9-05042510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84D9B-906C-4B88-B51D-D8793688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A98AD-7746-465D-B8F3-1DFA3B49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7CA48-385E-4FD5-8F07-C13F4723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661D7-2263-438F-93FF-AA56102E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D6AA2-08B1-4260-8D16-D272336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3EA13-D236-4BAC-A9B6-80485E9A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79C36-7BED-4EFE-881B-3C321A5A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0329D-6B06-4D71-ABBF-398A3DC5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685C14-5634-457B-A057-5557CCC8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3F95B-9FFD-4EF6-B91A-3F0FC05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13DF9-C325-49B9-A41F-72FE0B30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E4FCB3-D4A9-47B4-9AA5-9F5C6C6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7EA6AF-E80F-4B7C-AF21-E99B7572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FB7328-9002-40CB-8CF8-9335E5EC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6ABD8-CD39-462A-8E41-41332A52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CE40B0-4803-4E02-9E27-F58B8CB8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CD06BA-63CD-49AF-B3AB-EFBEF569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80C844-8195-41C4-BC2E-9380257F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8D20BA-9113-4F64-B37E-C94A7AD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18F8E9-1BDD-47C0-94DA-C51C9AB5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1EF4A8-F46E-457F-A81C-6703352E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439D3D-14C7-40EB-AD76-E2AE94C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880936-FBAE-4439-B302-3669600B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344F69-4534-4B6F-8D48-09160A7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7D24CE-6E93-4F3B-958F-D510701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02D9A7-FD28-45DB-A108-97960E80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179572-FAC1-4E5F-A08E-C76B1675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011F20-B322-4465-A9C9-16800ED4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DFAA17-DA5C-44C0-82DE-E2712F37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664FE1-221E-43BE-B248-6BB2331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D454A5-6421-4744-8C1C-AC86A42D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4CCC0E-66B1-4127-84E0-23D2485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CF7AC0-946A-4E31-ACDA-0B7F3EB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2C575E-8993-4BA3-87A1-DC99DD1F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984E1C-5062-4E84-ACBA-9C210DD2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CB351D-CA79-41F8-9F94-4BBC2F2C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3DF918-9E2C-40C1-8F66-CA54FA7F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D223A8-2FCD-4B0C-B8BD-0305E6B1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FF76EB-23C5-46C5-B9A9-6808762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D4A617-9E02-41E1-892F-7F8A7767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DAB2C8-3508-4778-9CFD-4F9A5B4B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63933B-8C26-47F5-B0BE-DE5F4A4C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0144B7-B8CF-48D6-B706-C7C6CF6C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61C748-7FEB-4CD6-817C-EC93FA71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4DEFFB-067E-4AC9-8A94-1F718C86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F0E619-905F-4FC8-914B-D9254116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9FFCE7-9F25-47CC-96C2-BEB47FCB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15F73E-1944-4AA5-9B94-45FACA6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F400F9-DD07-4D6B-BE23-6C0DDE3E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65358B-8275-4609-9B84-2F29A8E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9A33A9-8306-4338-BF5C-87268399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8B8A53-5061-4522-B5A9-0A41304A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F04D0E-A6F3-48D0-BD80-AC8D776E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385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78CD4E-F6E1-4205-BB29-FC99F9D7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987BF9-CD64-4C4B-BAD7-ACA4F3E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862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FC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F0669D-E72E-4601-9DB3-B77E61A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95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78F880-A5D8-44D9-9421-81B4CCD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862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E3E959-A9AD-4582-95A4-EDD2E80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95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援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4E00C39-E316-44C0-B476-E9C64BA5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451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E42191-524C-4A98-B2EC-E62E80CA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2D31D6-C812-4FD8-9ADA-540FB647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14EEAB-6055-4462-B11A-25E61E8C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43175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BA5337F-393F-4208-9AED-D5BA127D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81325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CF677EC-D184-4398-8A7D-B32D6953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52740C1-E722-477F-A403-FF9C201A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111E9F-1737-44BC-8C4F-50C05E37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43175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64DA79-9A6B-4992-98AB-8433B6C4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292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8×8 战场示意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73547F-6992-44CC-A687-9C086570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02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棋子主动每人每回合一次；终端每队每场二选一，启动一次。</a:t>
            </a:r>
          </a:p>
        </p:txBody>
      </p:sp>
    </p:spTree>
    <p:extLst>
      <p:ext uri="{BB962C8B-B14F-4D97-AF65-F5344CB8AC3E}">
        <p14:creationId xmlns:p14="http://schemas.microsoft.com/office/powerpoint/2010/main" val="129722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C67DE-7189-4180-AD46-A1527CE8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星火合奏：三人的技能，让接力更顺畅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A5EB8-EDED-4D1C-B64D-C3266C78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7916b9fbe469d"/>
          <a:stretch xmlns:a="http://schemas.openxmlformats.org/drawingml/2006/main"/>
        </p:blipFill>
        <p:spPr>
          <a:xfrm xmlns:a="http://schemas.openxmlformats.org/drawingml/2006/main">
            <a:off x="769938" y="1571625"/>
            <a:ext cx="2127250" cy="3190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13DE3-4E93-427B-A175-8B81E4CF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灯锋卫  3 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4A337-BF76-48FA-8DCC-D798323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找开场，1 AP：随机检索一张「引线」或「借位」。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18B2B-C88B-4228-BDC5-F5FE4596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  3 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9100E-D684-4473-8B95-C2F5BBF0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选曲，1 AP：看顶3张，选一张合奏牌入手。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2E62C-6CC3-4656-BB04-480B696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4330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传灯使  2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A7933-9806-44F8-8E66-80E86454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续接，1 AP：回收一张「引线」或「传火」。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BE749-5BB3-45A7-8D9D-EFF9A8CC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终端：三重奏·贯日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DD7DD-D872-48F8-81D7-BDE05B69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三人各打过合奏牌并保持支援距离，消耗三份乐章。</a:t>
            </a:r>
          </a:p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星织师花1 AP，对射程3内可见敌人造成6伤害。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D77F4-ACE9-4107-91F3-F73C483A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另一终端：守夜。传灯使花1 AP，三人各获3护盾，并抽2张。</a:t>
            </a:r>
          </a:p>
        </p:txBody>
      </p:sp>
    </p:spTree>
    <p:extLst>
      <p:ext uri="{BB962C8B-B14F-4D97-AF65-F5344CB8AC3E}">
        <p14:creationId xmlns:p14="http://schemas.microsoft.com/office/powerpoint/2010/main" val="500262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CD166-BCEB-40B8-A93D-5E4EA9B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星火合奏：攻击、换牌和走位都能接曲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5FAC5-D844-4746-9BB7-66188AE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629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09800"/>
                <a:gridCol w="838200"/>
                <a:gridCol w="7886700"/>
              </a:tblGrid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卡牌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引线 ×3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造成1伤害，抽1张。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传火 ×3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造成2伤害。上一张合奏牌由队友使用时，改为3伤害。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接棒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弃1张其他手牌，再抽1张。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借位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自己移动1格，抽1张。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导奏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回收1张「引线」或「传火」。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余音护持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自己获2护盾。另一人已有乐章时，抽1张。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稳步推进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移动1–2格，自己获1护盾。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掩护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E86DE-06FB-45DD-A5A3-AA0108F2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前六种是合奏牌。每人首次打出，点亮自己的乐章。</a:t>
            </a:r>
          </a:p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同名0 AP牌每回合全队最多一次；回收牌再用后置牌库底。</a:t>
            </a:r>
          </a:p>
        </p:txBody>
      </p:sp>
    </p:spTree>
    <p:extLst>
      <p:ext uri="{BB962C8B-B14F-4D97-AF65-F5344CB8AC3E}">
        <p14:creationId xmlns:p14="http://schemas.microsoft.com/office/powerpoint/2010/main" val="1028303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185CBE-0EF2-4ECC-93FC-BB0F78BD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合奏 combo：接力、回收，再兑现贯日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2EA58-5E91-4AC8-A448-630226C5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6D41E-553F-43BE-A0D5-867D8B5E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准备：三人能互相支援，有合法目标和射线；手里留一张可弃牌。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6AFA0-83B3-4134-B90A-AA9A15C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82E70-648C-4E47-8076-D0DAC819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3A8ED-07A8-42CB-8727-22D21360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灯锋卫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BDF95-5615-4544-893C-688D269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431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引线：1伤害、抽1，点亮第一份乐章。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33DBF-9934-4CA6-A0AE-5A5B42D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431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D6C99-21A2-48AD-BAAC-B73EE69F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A57DD-ADF4-46A0-AF60-62FC970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303A8-ADE4-4233-892E-B42868A4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传灯使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357E7-6FE2-40B2-9A18-86E06CDE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669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接棒：弃1抽1，点亮第二份乐章。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E1781-9E08-47EA-9EAF-DC5277D6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669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 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BB0E1-0009-4854-9B08-47127E9D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EA607-49EF-4F80-9C29-495E3631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46DB9-1765-442F-8A30-6374268E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72DA3-E0F0-4771-9F14-3220DA49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908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传火：队友接力，造成3伤，三份乐章齐备。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3200C-8007-486A-AFB7-445C78E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908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1238B-A20E-4851-9889-A8CB9736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82794-9D36-4721-80FC-D368070A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E10B0-3801-4995-9117-EA09749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灯锋卫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53D3C-928E-4CCF-9053-DA83F12B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1472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借位：移动1格、抽1，让接力继续。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C838F-713B-437A-A19A-D794EBC7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147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77ED1-D206-466E-A29E-51B764E1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6C82E-A877-42AD-8E7D-1413A5B3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32D73A-1320-4042-95CF-6450320C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传灯使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E35C2-B771-41D1-A179-19DB8971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386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导奏：把刚用过的传火取回手牌。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76ABF-F0F4-4FFF-8EA5-C4C6B1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386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E67A1-D7D2-4917-B5E0-8B6D51A4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DDB59-B70E-4973-81D0-2E6466E2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E01BF-2B40-4333-B84A-54381159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B70D5-21E6-4423-97B8-5F3EAC47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624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再打传火：再次接力，造成3伤。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8015E2-6EEA-4EC0-9666-11D4EF4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624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8DEF8-22E2-45F3-BEAC-213D6E53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800C5F-240E-4257-A6F1-E7C30C1E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6C4DCD-63BB-4C9F-AF2E-1BD35E79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863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4F069D-3B63-481C-BDD5-E15051C2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863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贯日：消耗三份乐章，造成6伤。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DEB7E-7EB5-47ED-952C-69A65D12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863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766865-3274-4E4C-BC89-4757CBAB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6 AP，打出6张牌，再启动终端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BF679E-DFB2-4CB7-AB7C-A74B6C96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无防御合计13伤害，可分配到不同合法目标。也可提前兑现或改选守夜。</a:t>
            </a:r>
          </a:p>
        </p:txBody>
      </p:sp>
    </p:spTree>
    <p:extLst>
      <p:ext uri="{BB962C8B-B14F-4D97-AF65-F5344CB8AC3E}">
        <p14:creationId xmlns:p14="http://schemas.microsoft.com/office/powerpoint/2010/main" val="343014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337D1-ADFA-41B3-A458-16D2649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余烬档案：留住旧牌，找到下一轮的答案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386DE-5960-46CB-AB02-7AE0AB15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05a7458c844d8"/>
          <a:stretch xmlns:a="http://schemas.openxmlformats.org/drawingml/2006/main"/>
        </p:blipFill>
        <p:spPr>
          <a:xfrm xmlns:a="http://schemas.openxmlformats.org/drawingml/2006/main">
            <a:off x="769938" y="1571625"/>
            <a:ext cx="2127250" cy="3190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69657-0C69-46D6-B4FE-30E4C3A2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守卷卫  3 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91368-59A2-4DE9-AA45-C3F1601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封存，1 AP：弃1张其他手牌，自己获得3护盾。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81ECA-0346-487B-AC81-0FA9268C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烬文师  3 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2D009-8552-46DC-BF36-11623431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查卷，1 AP：看顶3张，选一张战斗牌入手。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35F17-5C33-4793-ABD4-7AA9F4FE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4330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司书医者  2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75B92-ACBC-4D1B-A33E-C25BE091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取回，1 AP：回收一张费用至少1 AP的战斗牌。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A7D6E-ABFD-46B4-804D-215FA84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终端：轮转书库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46796-90FC-42D1-A2B5-F78C3ED3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司书花1 AP，除外三种不同的已用战斗牌，建立持续回收能力。</a:t>
            </a:r>
          </a:p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每回合首次打出档案战斗牌后，可取回另一张战斗牌。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6428D-315F-4EA6-A2EE-711FE837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另一终端：焚卷急救。支付相同素材，距离2内友军回复3 HP并获3护盾，抽2张。</a:t>
            </a:r>
          </a:p>
        </p:txBody>
      </p:sp>
    </p:spTree>
    <p:extLst>
      <p:ext uri="{BB962C8B-B14F-4D97-AF65-F5344CB8AC3E}">
        <p14:creationId xmlns:p14="http://schemas.microsoft.com/office/powerpoint/2010/main" val="210434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FDA56-01EC-42E4-97B4-C1C18D6E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余烬档案：哪些牌留在墓地，由你决定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1C943-0806-4B68-9535-DFB4BF0D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629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09800"/>
                <a:gridCol w="838200"/>
                <a:gridCol w="7886700"/>
              </a:tblGrid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卡牌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余烬箭 ×3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造成2伤害。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巡护誓言 ×3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移动1格，自己获2护盾。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弃1张其他手牌，看顶3张，选1张入手。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借阅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回收一张费用至少1 AP的战斗牌。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再诵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造成2伤害。弃牌区有另一张同名牌时，改为3伤害。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换页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将弃牌区1张战斗牌放到牌库底，抽1张。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稳步推进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移动1–2格，自己获1护盾。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掩护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ADDEF-F03C-438D-8959-FC3FE36F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战斗牌指攻击、移动、防护牌；回收牌再用后置牌库底。</a:t>
            </a:r>
          </a:p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同名0 AP牌每回合全队最多一次。</a:t>
            </a:r>
          </a:p>
        </p:txBody>
      </p:sp>
    </p:spTree>
    <p:extLst>
      <p:ext uri="{BB962C8B-B14F-4D97-AF65-F5344CB8AC3E}">
        <p14:creationId xmlns:p14="http://schemas.microsoft.com/office/powerpoint/2010/main" val="1337375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6CD4AF-6ADF-4FC1-8E5C-5632C79B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档案 combo：一次准备，换来持续回收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FB602-0F11-464E-9C4E-D4E923B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08FDC-8E6F-4EC7-ADBD-1477084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上回合已用过余烬箭、巡护誓言、再诵各1张，三张留在弃牌区。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A7CCB-5A57-456B-A72E-C0C0C018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BA652-7DDD-4EDC-9D66-B65DCE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8A4DC-85D8-4661-9AD8-0DC8071C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守卷卫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98436-0A8D-4885-9F1B-36EB098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431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巡护誓言：移动1格、获2盾，留下新回收目标。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1E56A-6104-4009-B489-72DF4C2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431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C3B83-0DA8-4E1C-8286-C6E3E14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ECA7B-93F6-4DE0-8A8C-F0768F1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5714F-B390-42B9-B04C-9F2C59C0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司书医者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A9CEF-DE2F-4549-8C30-184532A5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669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轮转书库：除外上回合三张素材，留下新的巡护。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7CE54-86CE-4EAB-B3C2-785E31B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669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AB8A9-E3DC-43E4-AB04-2D3E1915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113B5-CEBF-48C1-80A8-CB1D41D6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CA0AD-B66A-4D09-9C49-A02E989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烬文师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754DE-E254-4607-958C-5C2E4955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908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余烬箭：造成2伤，书库取回刚用过的巡护。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629D2-39D0-4753-B15C-9747C119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908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9DB5C-2CF7-4A89-8A76-DF1913A5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95ED09-3D61-4A68-AF7D-C169D786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83F3D-B52E-4391-A432-5160CCEF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守卷卫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AAB90-16BF-4027-A3E6-4384DEB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1472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再打巡护：再走1格、刷新2盾，牌放回牌库底。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F5BCF-557E-4D2A-A7F6-B303291E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147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77A50-B8EB-4A07-ABFE-FD565FB3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5B52D-7690-4892-AB86-008E140F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76A8F-81A2-478F-A8EA-E747089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司书医者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8AABE-454D-436E-8B0A-835AA2F1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386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借阅：取回步骤3打出的余烬箭。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E46BB-7FE8-415E-BFEC-66E7F3C3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386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67104-3451-4727-B871-3900B3F8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F8062-6663-4D92-8818-EE905290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B0B349-BE8E-4B64-843C-0CF9D5C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烬文师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1EC49-5512-4D81-9023-02120DF8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624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再打余烬箭：再造成2伤，牌放回牌库底。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0D44B-3332-4E98-B179-1C1CF070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624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1DEDD5-8BF2-4949-ACD2-69608D11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6 AP，打出5张牌，书库留到下一回合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30E377-EF48-4FDD-BE9C-32C4BF0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循环收益来自选回需要的牌；书库每回合最多触发一次，回收不让卡牌免费。</a:t>
            </a:r>
          </a:p>
        </p:txBody>
      </p:sp>
    </p:spTree>
    <p:extLst>
      <p:ext uri="{BB962C8B-B14F-4D97-AF65-F5344CB8AC3E}">
        <p14:creationId xmlns:p14="http://schemas.microsoft.com/office/powerpoint/2010/main" val="1511408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B88E0-594F-4109-A197-61DE31E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遗迹工坊：找件、搬运、翻修，各有分工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64EF-CAF4-4A54-9640-447243D0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862f9e60e4f19"/>
          <a:stretch xmlns:a="http://schemas.openxmlformats.org/drawingml/2006/main"/>
        </p:blipFill>
        <p:spPr>
          <a:xfrm xmlns:a="http://schemas.openxmlformats.org/drawingml/2006/main">
            <a:off x="769938" y="1571625"/>
            <a:ext cx="2127250" cy="3190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B91B9-709F-4341-8AFF-AC319DA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搬运护卫  3 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7737B-3CAA-43C2-988C-55C66FC4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护送，1 AP：搬走距离2内构件，再自己移动最多1格。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54EB8-AC0D-44F5-8560-823898C7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  3 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28281-F404-4E99-A3C7-E4EC1C82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找零件，1 AP：随机检索一张部署棱镜或部署护壳。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BB77B-57B7-4306-A6AD-6A3A9FD4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4330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织械师  2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0F61F-F481-4758-94C2-A77E53C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翻修，1 AP：回收一张部署棱镜或部署护壳。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BDCAA-8D2B-46D3-B3F6-C74B98B0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终端：黎明炮架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C1625-6B14-4A94-B9A8-D00D358B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匠花1 AP，消耗距离2内三件构件，至少各含1棱镜、1护壳。</a:t>
            </a:r>
          </a:p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此后每回合一次，花1 AP和1棱镜，对射程3内可见敌人造成4伤。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CAA4B-E344-4288-9A7C-BBBC95EE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另一形态：移动工事。花1 AP和1护壳，使距离2内己方单位各获3护盾。</a:t>
            </a:r>
          </a:p>
        </p:txBody>
      </p:sp>
    </p:spTree>
    <p:extLst>
      <p:ext uri="{BB962C8B-B14F-4D97-AF65-F5344CB8AC3E}">
        <p14:creationId xmlns:p14="http://schemas.microsoft.com/office/powerpoint/2010/main" val="2044878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6E55A-4587-4260-A374-BFEAE88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遗迹工坊：构件既是材料，也是后续供给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ED02A-AF53-4B5D-B08D-68C22BA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629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09800"/>
                <a:gridCol w="838200"/>
                <a:gridCol w="7886700"/>
              </a:tblGrid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卡牌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部署棱镜 ×3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部署1棱镜，抽1张。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部署护壳 ×3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部署1护壳，自己获1护盾。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拆解取样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拆掉距离2内1构件，抽1张。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定向加工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弃1张其他手牌，部署自选的棱镜或护壳。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挪移工序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将距离2内1构件移到距原格最多2格的新位置，抽1张。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零件补给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看顶4张，最多选2张构件牌入手。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稳步推进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移动1–2格，自己获1护盾。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掩护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B45C8-089A-4E15-917E-D5189DC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部署在距离2内可见格，构件最多3件，不挡路，敌人踩到会摧毁。</a:t>
            </a:r>
          </a:p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同名0 AP牌每回合全队最多一次。</a:t>
            </a:r>
          </a:p>
        </p:txBody>
      </p:sp>
    </p:spTree>
    <p:extLst>
      <p:ext uri="{BB962C8B-B14F-4D97-AF65-F5344CB8AC3E}">
        <p14:creationId xmlns:p14="http://schemas.microsoft.com/office/powerpoint/2010/main" val="1623846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61044-FF56-4BE0-8D92-0615D1D3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工坊 combo：先拼机器，再补弹开火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34892-1FC2-42CD-A7E5-A686B43F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3A0A-7192-4A15-A103-15A880C1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队伍位置：护卫D5、匠E6、织械师C6；部署格可见且没有障碍。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1E8E0-1AE1-441E-B4E6-D6D1DF4B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D7661-9CBC-419C-804A-78C32B38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91CA6-033F-4701-88E8-96384648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搬运护卫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4EF3E-F679-4F65-B363-2A5E265C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431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部署棱镜到D6，抽1张。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EBBEB-14F9-4FE2-B795-099811B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431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99909-09E2-477F-BC61-16F38036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EEB72-6C3A-4563-9B8C-F1E6A79B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A4573-BFF1-4B59-A67D-8D8848D0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织械师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F6BF7-D2DD-4A2D-951A-5F64D3DE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669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部署护壳到D7。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7194B-BB1B-43AD-9D9D-AD90A8F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669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937E9-B7C4-43A8-ABC1-2EA4E2D3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7F276-F2D0-4B60-BAA3-9614D7E4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11419-E335-43D5-AE32-901B681C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66486-AB94-4B76-9588-CD8ACCB2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908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定向加工：弃1张其他牌，在E5部署护壳。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A34C8-207B-4B6D-9A8B-93D6B20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908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44C0F-E4D0-4ABE-8A45-CF66740B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6F683-766C-4F60-B705-7D530CE5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C0EAF-6327-4815-BBF8-5EDA04BD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97F2E-3241-4A9D-BBFC-B2C7779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1472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消耗三件材料，形成黎明炮架。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15058-1591-4BAA-956E-C74DBB05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147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9DE1E-5CFE-48E9-BE91-EF2EB3B2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8CE2E-4AE5-4870-AF90-35FF20A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36D3E-015C-45B9-8465-9B752EE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搬运护卫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5FD15-D5D3-4832-B8A3-03E4ACD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386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再部署棱镜到D6，为炮架补一发弹药。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BF8B9-716B-4D90-86C8-1E1D5BA1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386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ACE63-9E3D-487C-BDA6-78B28AD9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CD2F4-BC8B-4B1C-8553-A05A4DB0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37166-7FD4-483E-9A1A-AEA9481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80C0C2-6810-4A8D-9775-C26D50DF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624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炮击：消耗新棱镜，对可见目标造成4伤。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B9844-DF47-4AC5-A92E-7D3B4065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624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33C6E2-C6F3-41BB-897F-B2350B20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6 AP，打出4张牌，完成合成和第一炮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291ECC-E3FD-40F6-82B9-7E3D2089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建成后需持续供弹。若匠已用过找零件，本回合不能再炮击。</a:t>
            </a:r>
          </a:p>
        </p:txBody>
      </p:sp>
    </p:spTree>
    <p:extLst>
      <p:ext uri="{BB962C8B-B14F-4D97-AF65-F5344CB8AC3E}">
        <p14:creationId xmlns:p14="http://schemas.microsoft.com/office/powerpoint/2010/main" val="1603656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2026-10-04T02:54:46.3430000Z</dcterms:created>
  <dcterms:modified xsi:type="dcterms:W3CDTF">2026-10-04T02:54:46.3430000Z</dcterms:modified>
</coreProperties>
</file>