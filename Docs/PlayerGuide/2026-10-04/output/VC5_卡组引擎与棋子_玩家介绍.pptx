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65356b56504fa8" /><Relationship Type="http://schemas.openxmlformats.org/officeDocument/2006/relationships/extended-properties" Target="/docProps/app.xml" Id="R2459af32d082460c" /><Relationship Type="http://schemas.openxmlformats.org/officeDocument/2006/relationships/officeDocument" Target="/ppt/presentation.xml" Id="R1ca53db5662641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f374df68be4a3f"/>
  </p:sldMasterIdLst>
  <p:notesMasterIdLst>
    <p:notesMasterId xmlns:r="http://schemas.openxmlformats.org/officeDocument/2006/relationships" r:id="R70b9bb5e196a4962"/>
  </p:notesMasterIdLst>
  <p:sldIdLst>
    <p:sldId xmlns:r="http://schemas.openxmlformats.org/officeDocument/2006/relationships" id="256" r:id="R9e43f7d97c884a74"/>
    <p:sldId xmlns:r="http://schemas.openxmlformats.org/officeDocument/2006/relationships" id="257" r:id="R95623ceb48034d0f"/>
    <p:sldId xmlns:r="http://schemas.openxmlformats.org/officeDocument/2006/relationships" id="258" r:id="R07a8e05d140549d1"/>
    <p:sldId xmlns:r="http://schemas.openxmlformats.org/officeDocument/2006/relationships" id="259" r:id="R27aa0af68d224223"/>
    <p:sldId xmlns:r="http://schemas.openxmlformats.org/officeDocument/2006/relationships" id="260" r:id="R29b61c2fe6914147"/>
    <p:sldId xmlns:r="http://schemas.openxmlformats.org/officeDocument/2006/relationships" id="261" r:id="Re76431c3da78481e"/>
    <p:sldId xmlns:r="http://schemas.openxmlformats.org/officeDocument/2006/relationships" id="262" r:id="R871614dd18e343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b58ccd9ec5466b" /><Relationship Type="http://schemas.openxmlformats.org/officeDocument/2006/relationships/slideMaster" Target="/ppt/slideMasters/slideMaster1.xml" Id="Rcaf374df68be4a3f" /><Relationship Type="http://schemas.openxmlformats.org/officeDocument/2006/relationships/notesMaster" Target="/ppt/notesMasters/notesMaster1.xml" Id="R70b9bb5e196a4962" /><Relationship Type="http://schemas.openxmlformats.org/officeDocument/2006/relationships/presProps" Target="/ppt/presProps.xml" Id="R8fe9ccd667e448bb" /><Relationship Type="http://schemas.openxmlformats.org/officeDocument/2006/relationships/tableStyles" Target="/ppt/tableStyles.xml" Id="R6544fed0afc84640" /><Relationship Type="http://schemas.openxmlformats.org/officeDocument/2006/relationships/slide" Target="/ppt/slides/slide1.xml" Id="R9e43f7d97c884a74" /><Relationship Type="http://schemas.openxmlformats.org/officeDocument/2006/relationships/slide" Target="/ppt/slides/slide2.xml" Id="R95623ceb48034d0f" /><Relationship Type="http://schemas.openxmlformats.org/officeDocument/2006/relationships/slide" Target="/ppt/slides/slide3.xml" Id="R07a8e05d140549d1" /><Relationship Type="http://schemas.openxmlformats.org/officeDocument/2006/relationships/slide" Target="/ppt/slides/slide4.xml" Id="R27aa0af68d224223" /><Relationship Type="http://schemas.openxmlformats.org/officeDocument/2006/relationships/slide" Target="/ppt/slides/slide5.xml" Id="R29b61c2fe6914147" /><Relationship Type="http://schemas.openxmlformats.org/officeDocument/2006/relationships/slide" Target="/ppt/slides/slide6.xml" Id="Re76431c3da78481e" /><Relationship Type="http://schemas.openxmlformats.org/officeDocument/2006/relationships/slide" Target="/ppt/slides/slide7.xml" Id="R871614dd18e343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d7c828351c4f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8b693f57c42f2" /><Relationship Type="http://schemas.openxmlformats.org/officeDocument/2006/relationships/notesMaster" Target="/ppt/notesMasters/notesMaster1.xml" Id="R8ee104463b384b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3a0ce58fa74752" /><Relationship Type="http://schemas.openxmlformats.org/officeDocument/2006/relationships/notesMaster" Target="/ppt/notesMasters/notesMaster1.xml" Id="R524a617d4b1645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ec09f2d9a24d01" /><Relationship Type="http://schemas.openxmlformats.org/officeDocument/2006/relationships/notesMaster" Target="/ppt/notesMasters/notesMaster1.xml" Id="R224d51cef7fd4e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98f8bc23c945d2" /><Relationship Type="http://schemas.openxmlformats.org/officeDocument/2006/relationships/notesMaster" Target="/ppt/notesMasters/notesMaster1.xml" Id="Re3ddd0be3c4445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5418f411d84a17" /><Relationship Type="http://schemas.openxmlformats.org/officeDocument/2006/relationships/notesMaster" Target="/ppt/notesMasters/notesMaster1.xml" Id="R0171afa951484f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06d3386ea94f8f" /><Relationship Type="http://schemas.openxmlformats.org/officeDocument/2006/relationships/notesMaster" Target="/ppt/notesMasters/notesMaster1.xml" Id="Rac0a0eaff00a40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86b709a2b84ed4" /><Relationship Type="http://schemas.openxmlformats.org/officeDocument/2006/relationships/notesMaster" Target="/ppt/notesMasters/notesMaster1.xml" Id="Re9653e7898c044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内容来源：Docs/VC5_卡组引擎与棋子设计灵感_20261004.md，第1–2节。玩法概念，尚未实现。图示为简化操作场景，不代表正式UI或已验证平衡。现有美术来自本工程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内容来源：Docs/VC5_卡组引擎与棋子设计灵感_20261004.md，第1–3、8节。玩法概念，尚未实现。图示为简化操作场景，不代表正式UI或已验证平衡。现有美术来自本工程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来源：灵感文档第2、4–6节。角色美术用于表现前排/后排/支援分工，不表示候选棋子已制作独立立绘。素材为工程 LegacyStandees/frontliner、flanker、rifleman。技能付费且有次数限制，终端同样消耗行动点。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内容来源：Docs/VC5_卡组引擎与棋子设计灵感_20261004.md，第4节。玩法概念，尚未实现。图示为简化操作场景，不代表正式UI或已验证平衡。现有美术来自本工程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内容来源：Docs/VC5_卡组引擎与棋子设计灵感_20261004.md，第5节。玩法概念，尚未实现。图示为简化操作场景，不代表正式UI或已验证平衡。现有美术来自本工程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内容来源：Docs/VC5_卡组引擎与棋子设计灵感_20261004.md，第6节。玩法概念，尚未实现。图示为简化操作场景，不代表正式UI或已验证平衡。现有美术来自本工程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内容来源：Docs/VC5_卡组引擎与棋子设计灵感_20261004.md，第7–10节。玩法概念，尚未实现。图示为简化操作场景，不代表正式UI或已验证平衡。现有美术来自本工程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29057dc4e4e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ba2696adbf4e0b" /><Relationship Type="http://schemas.openxmlformats.org/officeDocument/2006/relationships/slideLayout" Target="/ppt/slideLayouts/slideLayout1.xml" Id="Rcc48be8135194c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48be8135194c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c379c036644c6" /><Relationship Type="http://schemas.openxmlformats.org/officeDocument/2006/relationships/image" Target="/ppt/media/image.png" Id="R1b2e4627b76b4835" /><Relationship Type="http://schemas.openxmlformats.org/officeDocument/2006/relationships/notesSlide" Target="/ppt/notesSlides/notesSlide1.xml" Id="R8dfac99838a847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8061075c14997" /><Relationship Type="http://schemas.openxmlformats.org/officeDocument/2006/relationships/notesSlide" Target="/ppt/notesSlides/notesSlide2.xml" Id="Rd33f4e0dc6314f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1a1f88a06460a" /><Relationship Type="http://schemas.openxmlformats.org/officeDocument/2006/relationships/image" Target="/ppt/media/image2.png" Id="R7a4d752cda324e60" /><Relationship Type="http://schemas.openxmlformats.org/officeDocument/2006/relationships/image" Target="/ppt/media/image3.png" Id="R8f281bf4f00845cc" /><Relationship Type="http://schemas.openxmlformats.org/officeDocument/2006/relationships/image" Target="/ppt/media/image4.png" Id="Rb21674650ceb4770" /><Relationship Type="http://schemas.openxmlformats.org/officeDocument/2006/relationships/notesSlide" Target="/ppt/notesSlides/notesSlide3.xml" Id="R719f50448c6e45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cdc831d74426a" /><Relationship Type="http://schemas.openxmlformats.org/officeDocument/2006/relationships/notesSlide" Target="/ppt/notesSlides/notesSlide4.xml" Id="Recc20ec1937e40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c3a5bac214b7d" /><Relationship Type="http://schemas.openxmlformats.org/officeDocument/2006/relationships/notesSlide" Target="/ppt/notesSlides/notesSlide5.xml" Id="R495d8d2ebee34f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26cb62c3f48f0" /><Relationship Type="http://schemas.openxmlformats.org/officeDocument/2006/relationships/notesSlide" Target="/ppt/notesSlides/notesSlide6.xml" Id="Re6950e017b6645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1c377cf794bbe" /><Relationship Type="http://schemas.openxmlformats.org/officeDocument/2006/relationships/notesSlide" Target="/ppt/notesSlides/notesSlide7.xml" Id="R6ff2a2e9903747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F9BF6-8A68-4F1E-BB47-BD162DE9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e4627b76b483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4D431-763E-4C40-B47D-72EE2B84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90825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VC5 卡牌战棋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52DE5-5688-462C-A791-928F3345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95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用三名棋子，运转一整副卡组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995EF-F21F-480E-AE58-19BFC326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34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玩家玩法概念介绍</a:t>
            </a:r>
          </a:p>
        </p:txBody>
      </p:sp>
    </p:spTree>
    <p:extLst>
      <p:ext uri="{BB962C8B-B14F-4D97-AF65-F5344CB8AC3E}">
        <p14:creationId xmlns:p14="http://schemas.microsoft.com/office/powerpoint/2010/main" val="2632380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C85F4A2-5F1A-4696-9ADE-B6545B93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出牌顺序与站位，共同决定你的展开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B963E-1DF7-4168-B404-E778A673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ACED7-2E89-46BB-92C9-93C08C03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你想做成什么？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1D554-F702-4889-ACAD-4F09A0DE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先决定爆发、循环或拼装的目标，</a:t>
            </a:r>
          </a:p>
          <a:p xmlns:a="http://schemas.openxmlformats.org/drawingml/2006/main">
            <a:pPr algn="l">
              <a:defRPr sz="21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再用棋子技能找到缺少的组件。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B75DC-947F-47B7-8A24-C5F64574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战场会改变你的计划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9B2B9-406F-4D86-A344-59C3BF78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前排接敌，后排寻找射线。</a:t>
            </a:r>
          </a:p>
          <a:p xmlns:a="http://schemas.openxmlformats.org/drawingml/2006/main">
            <a:pPr algn="l">
              <a:defRPr sz="20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留好行动点，保护下一张关键牌。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B6850-8F02-4138-930B-8B0E5BC2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F27B5-2918-4557-B28D-8BA2BC45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8EA20-A7E7-42F6-9349-47841841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83214-844F-4127-91CB-A246705F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D0DA7-DCD7-4A73-B3E5-72B4908D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0134D-586F-43A3-A2DA-7CF01037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66E24-54B2-4C9C-8164-353B8909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3D06F-4CDA-4931-9B02-F578978D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7A6FB-6B68-45AB-B558-658E1DCE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89C93-2F81-4C85-B8D9-8138C204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47008-F52F-4C86-AE72-FA3B139B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9587C2-4346-49CC-B558-7F91DB76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C17A8-A365-4195-B0D9-DF629D82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CB980-F605-4971-82D9-31F3E77E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90C41-7711-448F-9C21-F6C82129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41A76-654A-4768-938A-AE53F9AE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54B28A-7D19-4F65-8EF4-0C910E0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940D0-2CB7-4E9C-BB29-958FCF08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5EAA8-66A7-4135-8982-DA72EC25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6768D-7C5A-4ECD-B2F4-5D657F50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416396-5967-4724-B0F9-E4D1755B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BC0548-8D79-4879-8913-1ADBA337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59457F-6492-4282-B117-FB906DC2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9211D3-B60F-4CA4-8564-404385D9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D7E72B-FE76-4B68-99FA-2ED374E3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646A36-CCF4-4839-BA96-377B70DE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015601-845D-4122-A191-E895D95F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8A22E1-AA4A-4724-BC6B-B47BF57E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79441C-CDD9-41AD-A4DD-DF0F1D7C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B08095-E51E-4D0D-8E90-B17403C8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CA4BFA-F439-44CE-AE2C-61046334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B2D83B-A498-4FB5-A5BF-937501D0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1F48EE-1910-4484-A81B-4E402C47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209A33-22D3-447F-8689-6D36C453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A8500D-3280-4C73-B38B-C5536B76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9C4F40-981B-458A-864D-B31B8A8F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6C4D13-0042-4C01-9AD4-851E9449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28F4BE-59E3-4254-97F3-46179EDC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2F051C-77BE-4115-BD74-7E17A284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B4AEFD-110B-4ED0-A2FA-103790A6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884275-8B88-4B1E-89B1-5129F90B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B687F3-D515-4B63-9BE9-DA219317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443041-479C-40BC-9DD4-2224F41B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A66318-BB38-4588-9E30-9A17564A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5BF318-41B9-451E-B753-FEB20DA2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518FC6-8347-4585-A116-6ABBFD0D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FB9626-AE7B-4E60-BE90-4F4571E1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34D70A-DF1D-4A40-B91A-741A09E2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DA19C6-441B-474E-B0EB-0331AB48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F0EE3A-45A0-49B9-BBBB-4FE0FBCF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0F4221-7EA4-4A63-92BE-59BB32A2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2D4CE8-1BC4-411A-BF58-65742A30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162296-34E9-4B0A-AA4A-16B8DD5B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ADD77C-90B0-41BE-A9C8-6BE17553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BE7D02-3445-4841-9FBD-E2BE0C8A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8858E8-7206-4F74-A79A-DE482DD3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E77C4E-908B-42C5-9E81-DD348104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E04780-579E-4872-85BB-CE438E4B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0774723-7665-4E95-A79D-51401567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72E980-E100-4A8E-BACC-2911AEEB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F9514C-4748-4131-ABFE-7AC4D32B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8D34462-BF58-4B83-BFF1-69074934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D964E34-0D37-495B-806E-E56A9245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28B8ED-023A-4468-BCEC-BD53B475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E83F74-CFE7-4EEC-9A2A-3CDE95FB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385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96EBA1-87E8-4C33-84AA-92A8A951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48050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BFABF46-442F-4A45-B1FC-63474B2A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8620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FC1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494B980-B6B5-4BAF-97AC-E36DFC5B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9572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6AF5920-D029-441A-8A59-4CA163CA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8620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27E6C2B-A0E6-4D7A-BBC2-1F0C75F7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9572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援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9050795-AB06-42C8-AE2B-9EF345B3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9085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451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F55A6D4-CB1E-42D0-A8F8-95F572BA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037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敌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2D418B2-5828-41EB-AC41-D067FCFE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33650"/>
            <a:ext cx="352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98E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8920AEF-DDA8-40C6-9E9E-C8BB77DA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43175"/>
            <a:ext cx="352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障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3CDD90B-2483-4B84-ABD6-1BD40ED6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81325"/>
            <a:ext cx="352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98E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F939254-5CB1-4F57-9E0E-4B5F76DE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352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42DE095-2E2A-44D8-942A-C53CF2C9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33650"/>
            <a:ext cx="352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98E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9B157F4-DC9F-4B4E-9C46-03C9BAB7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43175"/>
            <a:ext cx="352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障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9114B26-704D-4AE1-BE1B-03F06AF8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292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8×8 战场示意</a:t>
            </a:r>
          </a:p>
        </p:txBody>
      </p:sp>
    </p:spTree>
    <p:extLst>
      <p:ext uri="{BB962C8B-B14F-4D97-AF65-F5344CB8AC3E}">
        <p14:creationId xmlns:p14="http://schemas.microsoft.com/office/powerpoint/2010/main" val="1142093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9015D-2A1D-4808-8CEA-8B0D4D38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棋子技能，就是随时可调用的第二手牌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38197-9F76-40DD-88D4-4E6DB779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d752cda324e60"/>
          <a:stretch xmlns:a="http://schemas.openxmlformats.org/drawingml/2006/main"/>
        </p:blipFill>
        <p:spPr>
          <a:xfrm xmlns:a="http://schemas.openxmlformats.org/drawingml/2006/main">
            <a:off x="1352550" y="1388269"/>
            <a:ext cx="1762125" cy="264318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EB886-58A7-4F7D-B739-6B280DB1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启动器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9B2A8-13E8-4578-A663-F0AAF444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找到开场牌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FA8A3-3058-40CA-93D1-95BA8F0B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手里缺启动件时，</a:t>
            </a:r>
          </a:p>
          <a:p xmlns:a="http://schemas.openxmlformats.org/drawingml/2006/main">
            <a:pPr algn="ct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主动检索，开始运转。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81bf4f00845cc"/>
          <a:stretch xmlns:a="http://schemas.openxmlformats.org/drawingml/2006/main"/>
        </p:blipFill>
        <p:spPr>
          <a:xfrm xmlns:a="http://schemas.openxmlformats.org/drawingml/2006/main">
            <a:off x="5067300" y="1388269"/>
            <a:ext cx="1762125" cy="26431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546C0-9A9F-47F6-85BD-4B1B368A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195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397F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97FC1"/>
                </a:solidFill>
                <a:latin typeface="Microsoft YaHei"/>
                <a:ea typeface="Microsoft YaHei"/>
                <a:cs typeface="Microsoft YaHei"/>
              </a:rPr>
              <a:t>衔接者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44FE3-830A-49D3-B1BC-3A573B41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529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选择需要的组件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AFA81-EE98-4F53-9472-8ED2A43B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959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查看牌库、筛选手牌，</a:t>
            </a:r>
          </a:p>
          <a:p xmlns:a="http://schemas.openxmlformats.org/drawingml/2006/main">
            <a:pPr algn="ct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把展开接到下一步。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674650ceb4770"/>
          <a:stretch xmlns:a="http://schemas.openxmlformats.org/drawingml/2006/main"/>
        </p:blipFill>
        <p:spPr>
          <a:xfrm xmlns:a="http://schemas.openxmlformats.org/drawingml/2006/main">
            <a:off x="8782050" y="1388269"/>
            <a:ext cx="1762125" cy="264318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87C67-E151-4D42-A4AB-4FA57F9F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95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续航者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E4689-4419-495C-9BAC-ABEC3CDB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529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让关键牌再次可用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B1CED-3BCD-4761-9F28-E5D523CD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959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从弃牌区回收，</a:t>
            </a:r>
          </a:p>
          <a:p xmlns:a="http://schemas.openxmlformats.org/drawingml/2006/main">
            <a:pPr algn="ct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为下一轮准备答案。</a:t>
            </a:r>
          </a:p>
        </p:txBody>
      </p:sp>
    </p:spTree>
    <p:extLst>
      <p:ext uri="{BB962C8B-B14F-4D97-AF65-F5344CB8AC3E}">
        <p14:creationId xmlns:p14="http://schemas.microsoft.com/office/powerpoint/2010/main" val="113190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8ACE2-5BD9-4173-BF21-F5040B8E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星火合奏：三人接力，攒出一轮爆发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783B7-DC96-4FA0-AB8E-D449FE02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B5178-E0E6-4D97-82CB-F37BE4A8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每人打一张合奏牌，就点亮自己的乐章。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4F8CF-039D-4DD0-B43F-9F3F4EB8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76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174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5ED31-ADFE-428B-AAB8-5787F49E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6695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灯锋卫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A0BD1-FC19-4F01-95ED-71E2EF71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86050"/>
            <a:ext cx="247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引线：伤害并抽牌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A2560-888C-4967-B55A-551150D6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733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8A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9957D-C3D8-4D9C-81BA-74E35187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47925"/>
            <a:ext cx="23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6A9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6A9487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17E24-DA71-439D-9C0B-7D8BDB64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33600"/>
            <a:ext cx="276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467A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FA806-F886-46CE-B4B8-C2FB21C4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传灯使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A3FD0-2DCA-48DA-ACA7-6051828A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47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接棒：换牌、接上乐章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8A18A-5B28-484E-8F14-BD2CDAC4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67000"/>
            <a:ext cx="733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8A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E2D00-10DD-427C-A381-656EA676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447925"/>
            <a:ext cx="23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6A9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6A9487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4A9C3-2132-4D68-91B7-8F5E2667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33600"/>
            <a:ext cx="36766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97FC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EC505-7363-461D-AD4A-CF73B945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266950"/>
            <a:ext cx="339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97F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97FC1"/>
                </a:solidFill>
                <a:latin typeface="Microsoft YaHei"/>
                <a:ea typeface="Microsoft YaHei"/>
                <a:cs typeface="Microsoft YaHei"/>
              </a:rPr>
              <a:t>星织师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D2862-8643-40DC-8386-ABADF819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686050"/>
            <a:ext cx="3390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传火：接力提升伤害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0C7B2-2EF4-4049-AD24-ECD4072C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24250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三份乐章齐备，队伍保持支援距离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F6BB2-62F6-45D9-8269-4152E2F7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终端：三重奏·贯日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7F58A-E914-4009-9896-76BA2FFC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保留施法者的行动点，集中爆发解决危险敌人。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68A84-C06F-4A5E-92B3-6F609930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也可以选择守夜，让全队获得护盾。</a:t>
            </a:r>
          </a:p>
        </p:txBody>
      </p:sp>
    </p:spTree>
    <p:extLst>
      <p:ext uri="{BB962C8B-B14F-4D97-AF65-F5344CB8AC3E}">
        <p14:creationId xmlns:p14="http://schemas.microsoft.com/office/powerpoint/2010/main" val="9126919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AEC71-46DE-44FC-B560-BEDE4D3A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余烬档案：用过的牌，成为下一轮答案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18F50-560D-4380-9F5C-81E58A1E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0AF63-00CC-4443-9AB7-FAF65E3A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攻击、推进和防护，都在积累终端素材。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1D33E-3ACE-4C35-A72C-48BE3210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174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A5AA1-30D2-4638-9CD7-2C73EAF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86000"/>
            <a:ext cx="266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先打出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7FD4D-7FF8-4DFD-ABF5-694D9227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0510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余烬箭：造成伤害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1D356-1FA6-4A15-89FB-11F61757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8A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7E636-3FDA-4690-A6B4-CCED9588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66975"/>
            <a:ext cx="23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6A9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6A9487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E6278-DE6A-41A7-AF67-59078ED0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2650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467A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3915E-8685-4726-978B-139AF99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66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弃牌区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BDF68-C108-4AE1-BFCF-ACEB7776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保留已用过的牌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E77AF-C9B5-4595-A9B5-12B858A0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686050"/>
            <a:ext cx="790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8A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82C05-F0E0-4D02-BB79-7BDE4B37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23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6A9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6A9487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7149A-1D9B-4688-A175-3825C162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3143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97FC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E3006-BCC5-4BF9-96C7-B8EE7B80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86000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97F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97FC1"/>
                </a:solidFill>
                <a:latin typeface="Microsoft YaHei"/>
                <a:ea typeface="Microsoft YaHei"/>
                <a:cs typeface="Microsoft YaHei"/>
              </a:rPr>
              <a:t>取回手牌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64D39-5A0E-4485-9557-0FB10949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0510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借阅：让余烬箭再用一次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BC9C4-45B2-4334-9993-B61B7147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终端：轮转书库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1D49B-CCB1-4233-99E4-1F848990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消耗三种已用过的战斗牌，建立持续回收能力。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85CA7-329E-4226-88D5-35B7BEC3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每回合首次打出档案战斗牌后，可取回另一张战斗牌。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D1DBE-4795-49BF-9574-32AE9112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回收后的牌仍需支付行动点；再用后放回牌库底。</a:t>
            </a:r>
          </a:p>
        </p:txBody>
      </p:sp>
    </p:spTree>
    <p:extLst>
      <p:ext uri="{BB962C8B-B14F-4D97-AF65-F5344CB8AC3E}">
        <p14:creationId xmlns:p14="http://schemas.microsoft.com/office/powerpoint/2010/main" val="1063550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C77E8-1261-48D6-82A1-55436B04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遗迹工坊：把战场组件拼成持续火力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90EC8-6DEB-4B86-B530-C5922F10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7FFDF-D05E-4D1C-8799-A93405CF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部署、搬运和保护构件，让材料逐步成形。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6C66E-2946-4695-A188-3DB16C41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09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97FC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F7CD2-3428-495F-A7BE-CE156F47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28850"/>
            <a:ext cx="2524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97F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97FC1"/>
                </a:solidFill>
                <a:latin typeface="Microsoft YaHei"/>
                <a:ea typeface="Microsoft YaHei"/>
                <a:cs typeface="Microsoft YaHei"/>
              </a:rPr>
              <a:t>一件棱镜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5EEE2-7EB4-4E33-A6D7-243EB8A4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47950"/>
            <a:ext cx="2524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部署在安全的位置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0112B-BDFB-4237-A292-E0D103B5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3238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1742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A7A0D-C8CC-443F-AAA4-D060ED3E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28850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两件护壳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3021E-549E-4DEE-8E69-085EDBCA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4795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补齐三件合成材料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E6196-B28B-4B6C-843A-7AFFCC45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28900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8A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D777A-C178-4BBA-9447-85F778C4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09825"/>
            <a:ext cx="23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6A9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6A9487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DE1F0-DECC-4077-B5B0-72F927EF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3623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7D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3FBCA-AC0D-486C-9DAE-12027D0F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076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黎明炮架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4F1A2-EC1A-4F5B-9B9D-0DC2E0D0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3076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棱镜匠承载的新形态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871B1-90E9-4BC9-AEA5-E81F9D48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建成之后，新的棱镜就是弹药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5D55C-73D9-4B97-B3A4-3BA37987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101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6A896-116E-4E6B-851B-1CA61DE8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101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队友部署新棱镜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B3257-4820-4ABA-AB23-83F64DB9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7212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持续供给，让引擎继续工作。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DA63F-A887-4B20-A78A-C4A583D2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E88F2-7F80-4F96-A403-CF67C87D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炮架消耗棱镜开火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9E0F9-3BB2-445C-BAF8-2EEB242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72125"/>
            <a:ext cx="455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保留射线和行动点，选择打击目标。</a:t>
            </a:r>
          </a:p>
        </p:txBody>
      </p:sp>
    </p:spTree>
    <p:extLst>
      <p:ext uri="{BB962C8B-B14F-4D97-AF65-F5344CB8AC3E}">
        <p14:creationId xmlns:p14="http://schemas.microsoft.com/office/powerpoint/2010/main" val="902278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CC13B-04EA-44D8-A42C-9255C305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你来决定，这副牌怎样赢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0F655-7776-4E34-BA18-024ECBD3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AE4AE-C1D2-4881-970A-6D43EAE0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星火合奏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2E801-9B45-42E3-92E3-EA3BA555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478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接力爆发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CA39D-7460-4078-8A81-E4CE1D41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52650"/>
            <a:ext cx="766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多带衔接牌，展开更稳；保留AP，决定何时兑现。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9A106-C693-4C7E-84B9-8462D356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余烬档案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F8549-CA9B-42A8-9438-174A5A64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9051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持续循环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5C3ED-F066-4885-B8AE-CA9C643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09950"/>
            <a:ext cx="766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留下关键答案，选择哪些旧牌值得再次使用。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0DEDA-7F10-4DA9-B9A0-FB6CA119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遗迹工坊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4C02B-1689-464B-A7DD-AC93253C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1624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组件拼装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883F2-96A9-4A8F-984D-0D0E375F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67250"/>
            <a:ext cx="766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炮架重供弹，工事重防护；构件位置影响计划。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93AA5-398B-434C-BACD-F403A1F6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没抽齐也能推进。局势变了，就选择另一条路线。</a:t>
            </a:r>
          </a:p>
        </p:txBody>
      </p:sp>
    </p:spTree>
    <p:extLst>
      <p:ext uri="{BB962C8B-B14F-4D97-AF65-F5344CB8AC3E}">
        <p14:creationId xmlns:p14="http://schemas.microsoft.com/office/powerpoint/2010/main" val="1796012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2026-10-04T02:44:11.9530000Z</dcterms:created>
  <dcterms:modified xsi:type="dcterms:W3CDTF">2026-10-04T02:44:11.9530000Z</dcterms:modified>
</coreProperties>
</file>